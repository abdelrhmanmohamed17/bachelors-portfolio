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69" r:id="rId16"/>
    <p:sldId id="271" r:id="rId17"/>
    <p:sldId id="270" r:id="rId18"/>
    <p:sldId id="272" r:id="rId19"/>
    <p:sldId id="273" r:id="rId20"/>
    <p:sldId id="284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F8425-A466-4015-9401-1954DDBC3B90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A8264C-B3D3-4DF6-91C1-85A777A07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64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A8264C-B3D3-4DF6-91C1-85A777A07B1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247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15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28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424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49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5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010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512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789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21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491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36179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4680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6726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3002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2688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271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D907170-A823-416C-822D-91122C0B9AFE}" type="datetimeFigureOut">
              <a:rPr lang="en-US" smtClean="0"/>
              <a:t>12/27/2022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A28F9-E346-45FC-A4FB-92625E9F2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6575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23855" y="2660072"/>
            <a:ext cx="52093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 smtClean="0"/>
              <a:t>2</a:t>
            </a:r>
            <a:r>
              <a:rPr lang="en-US" sz="4400" b="1" baseline="30000" dirty="0" smtClean="0"/>
              <a:t>nd</a:t>
            </a:r>
            <a:r>
              <a:rPr lang="en-US" sz="4400" b="1" dirty="0" smtClean="0"/>
              <a:t> presentation of the project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491135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946400" y="323273"/>
            <a:ext cx="551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 smtClean="0"/>
              <a:t>Idea of the project</a:t>
            </a:r>
            <a:endParaRPr lang="en-US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67855" y="1302327"/>
            <a:ext cx="1173941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A company sells and fixes the computer and it’s supply in a shop and wants to   improve their business by setting up a new website to be reached by more people.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776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Task identification (Updated)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45" y="1403926"/>
            <a:ext cx="11619345" cy="497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655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Gantt</a:t>
            </a:r>
            <a:r>
              <a:rPr lang="en-US" dirty="0" smtClean="0"/>
              <a:t> </a:t>
            </a:r>
            <a:r>
              <a:rPr lang="en-US" b="1" dirty="0" smtClean="0"/>
              <a:t>chart (updated)</a:t>
            </a:r>
            <a:endParaRPr lang="en-US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36" y="1595000"/>
            <a:ext cx="10058400" cy="473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44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Pert Diagram (updated)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82" y="1772062"/>
            <a:ext cx="10058400" cy="4532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746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Interview Questions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928" y="2096654"/>
            <a:ext cx="11286836" cy="449810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We have used funnel structure in our</a:t>
            </a:r>
            <a:r>
              <a:rPr lang="en-US" b="1" dirty="0"/>
              <a:t> </a:t>
            </a:r>
            <a:r>
              <a:rPr lang="en-US" b="1" dirty="0" smtClean="0"/>
              <a:t>interview as we wanted the client to feel emotionally towards his company ?</a:t>
            </a:r>
          </a:p>
          <a:p>
            <a:pPr>
              <a:buFontTx/>
              <a:buChar char="-"/>
            </a:pPr>
            <a:r>
              <a:rPr lang="en-US" b="1" dirty="0" smtClean="0"/>
              <a:t>We asked him questions like :</a:t>
            </a:r>
          </a:p>
          <a:p>
            <a:pPr lvl="1">
              <a:buFontTx/>
              <a:buChar char="-"/>
            </a:pPr>
            <a:r>
              <a:rPr lang="en-US" b="1" dirty="0" smtClean="0"/>
              <a:t>Why do you want to build the system ?</a:t>
            </a:r>
          </a:p>
          <a:p>
            <a:pPr lvl="1">
              <a:buFontTx/>
              <a:buChar char="-"/>
            </a:pPr>
            <a:r>
              <a:rPr lang="en-US" b="1" dirty="0" smtClean="0"/>
              <a:t>Why do you see that the competitors are better than you ?</a:t>
            </a:r>
          </a:p>
          <a:p>
            <a:pPr lvl="1">
              <a:buFontTx/>
              <a:buChar char="-"/>
            </a:pPr>
            <a:r>
              <a:rPr lang="en-US" b="1" dirty="0" smtClean="0"/>
              <a:t>Why do you prefer to </a:t>
            </a:r>
            <a:r>
              <a:rPr lang="en-US" b="1" dirty="0"/>
              <a:t>i</a:t>
            </a:r>
            <a:r>
              <a:rPr lang="en-US" b="1" dirty="0" smtClean="0"/>
              <a:t>mplement a website not a app?</a:t>
            </a:r>
          </a:p>
          <a:p>
            <a:pPr lvl="1">
              <a:buFontTx/>
              <a:buChar char="-"/>
            </a:pPr>
            <a:r>
              <a:rPr lang="en-US" b="1" dirty="0" smtClean="0"/>
              <a:t>Do you have skilled people that will control the system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54783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Interview Report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764" y="2052918"/>
            <a:ext cx="10668000" cy="4195481"/>
          </a:xfrm>
        </p:spPr>
        <p:txBody>
          <a:bodyPr/>
          <a:lstStyle/>
          <a:p>
            <a:pPr>
              <a:buFontTx/>
              <a:buChar char="-"/>
            </a:pPr>
            <a:r>
              <a:rPr lang="en-US" b="1" dirty="0" smtClean="0"/>
              <a:t>we </a:t>
            </a:r>
            <a:r>
              <a:rPr lang="en-US" b="1" dirty="0"/>
              <a:t>deduced from our interview that </a:t>
            </a:r>
            <a:r>
              <a:rPr lang="en-US" b="1" dirty="0" smtClean="0"/>
              <a:t>:</a:t>
            </a:r>
          </a:p>
          <a:p>
            <a:pPr lvl="1">
              <a:buFontTx/>
              <a:buChar char="-"/>
            </a:pPr>
            <a:r>
              <a:rPr lang="en-US" b="1" dirty="0" smtClean="0"/>
              <a:t>our </a:t>
            </a:r>
            <a:r>
              <a:rPr lang="en-US" b="1" dirty="0"/>
              <a:t>client wants The name of the company be popular</a:t>
            </a:r>
            <a:r>
              <a:rPr lang="en-US" b="1" dirty="0" smtClean="0"/>
              <a:t>.</a:t>
            </a:r>
            <a:endParaRPr lang="en-US" b="1" dirty="0"/>
          </a:p>
          <a:p>
            <a:pPr lvl="1">
              <a:buFontTx/>
              <a:buChar char="-"/>
            </a:pPr>
            <a:r>
              <a:rPr lang="en-US" b="1" dirty="0"/>
              <a:t>Increase the rate of sales.</a:t>
            </a:r>
            <a:endParaRPr lang="en-US" dirty="0"/>
          </a:p>
          <a:p>
            <a:pPr lvl="1">
              <a:buFontTx/>
              <a:buChar char="-"/>
            </a:pPr>
            <a:r>
              <a:rPr lang="en-US" b="1" dirty="0"/>
              <a:t>The company provide more people with computers.</a:t>
            </a:r>
            <a:endParaRPr lang="en-US" dirty="0"/>
          </a:p>
          <a:p>
            <a:pPr lvl="1">
              <a:buFontTx/>
              <a:buChar char="-"/>
            </a:pPr>
            <a:r>
              <a:rPr lang="en-US" b="1" dirty="0"/>
              <a:t>The company name spread among youth.</a:t>
            </a:r>
            <a:endParaRPr lang="en-US" dirty="0"/>
          </a:p>
          <a:p>
            <a:pPr lvl="1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47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Questionnaire (google Form)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746" y="1461791"/>
            <a:ext cx="10982036" cy="56097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O</a:t>
            </a:r>
            <a:r>
              <a:rPr lang="en-US" b="1" dirty="0" smtClean="0"/>
              <a:t>ur questionnaire will concentrate on the opinions of the customers about the website: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183" y="2116406"/>
            <a:ext cx="10058400" cy="4469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94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Play script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0909" y="1350954"/>
            <a:ext cx="11582400" cy="519762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After we sit with the stakeholders, we deduced that we will have 5 main actors, we will discuss them: </a:t>
            </a:r>
          </a:p>
          <a:p>
            <a:r>
              <a:rPr lang="en-US" dirty="0" smtClean="0"/>
              <a:t>Fixers</a:t>
            </a:r>
            <a:r>
              <a:rPr lang="en-US" dirty="0"/>
              <a:t>: </a:t>
            </a:r>
            <a:endParaRPr lang="en-US" dirty="0" smtClean="0"/>
          </a:p>
          <a:p>
            <a:pPr lvl="1" fontAlgn="base"/>
            <a:r>
              <a:rPr lang="en-US" dirty="0"/>
              <a:t>They check the damaged computers and know what is the damage. </a:t>
            </a:r>
          </a:p>
          <a:p>
            <a:pPr lvl="1" fontAlgn="base"/>
            <a:r>
              <a:rPr lang="en-US" dirty="0"/>
              <a:t>They know if the problem about software or hardware. </a:t>
            </a:r>
            <a:endParaRPr lang="en-US" dirty="0" smtClean="0"/>
          </a:p>
          <a:p>
            <a:pPr fontAlgn="base"/>
            <a:r>
              <a:rPr lang="en-US" dirty="0"/>
              <a:t>Sales representatives: </a:t>
            </a:r>
            <a:endParaRPr lang="en-US" dirty="0" smtClean="0"/>
          </a:p>
          <a:p>
            <a:pPr lvl="1" fontAlgn="base"/>
            <a:r>
              <a:rPr lang="en-US" dirty="0"/>
              <a:t>They marketing for the new accessories in the computer. </a:t>
            </a:r>
          </a:p>
          <a:p>
            <a:pPr lvl="1" fontAlgn="base"/>
            <a:r>
              <a:rPr lang="en-US" dirty="0"/>
              <a:t>They convince people to buy parts that will increase the speed and performance of their computers. </a:t>
            </a:r>
            <a:endParaRPr lang="en-US" dirty="0" smtClean="0"/>
          </a:p>
          <a:p>
            <a:pPr fontAlgn="base"/>
            <a:r>
              <a:rPr lang="en-US" dirty="0"/>
              <a:t>Managers: </a:t>
            </a:r>
          </a:p>
          <a:p>
            <a:pPr lvl="1" fontAlgn="base"/>
            <a:r>
              <a:rPr lang="en-US" dirty="0"/>
              <a:t>They supervise all the employees in the company. </a:t>
            </a:r>
          </a:p>
          <a:p>
            <a:pPr lvl="1" fontAlgn="base"/>
            <a:r>
              <a:rPr lang="en-US" dirty="0"/>
              <a:t>They receive reports from all the departments. </a:t>
            </a:r>
          </a:p>
          <a:p>
            <a:pPr marL="457200" lvl="1" indent="0" fontAlgn="base">
              <a:buNone/>
            </a:pPr>
            <a:endParaRPr lang="en-US" dirty="0" smtClean="0"/>
          </a:p>
          <a:p>
            <a:pPr fontAlgn="base"/>
            <a:endParaRPr lang="en-US" dirty="0"/>
          </a:p>
          <a:p>
            <a:pPr lvl="1" fontAlgn="base"/>
            <a:endParaRPr lang="en-US" dirty="0"/>
          </a:p>
          <a:p>
            <a:pPr marL="857250" lvl="1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739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Play </a:t>
            </a:r>
            <a:r>
              <a:rPr lang="en-US" b="1" dirty="0" smtClean="0"/>
              <a:t>script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546" y="2052918"/>
            <a:ext cx="9911308" cy="4195481"/>
          </a:xfrm>
        </p:spPr>
        <p:txBody>
          <a:bodyPr/>
          <a:lstStyle/>
          <a:p>
            <a:r>
              <a:rPr lang="en-US" dirty="0" smtClean="0"/>
              <a:t>Sellers:</a:t>
            </a:r>
          </a:p>
          <a:p>
            <a:pPr lvl="1" fontAlgn="base"/>
            <a:r>
              <a:rPr lang="en-US" dirty="0"/>
              <a:t>They are responsible for the selling operation. </a:t>
            </a:r>
          </a:p>
          <a:p>
            <a:pPr lvl="1" fontAlgn="base"/>
            <a:r>
              <a:rPr lang="en-US" dirty="0"/>
              <a:t>They present monthly reports about the sales. </a:t>
            </a:r>
          </a:p>
          <a:p>
            <a:pPr fontAlgn="base"/>
            <a:r>
              <a:rPr lang="en-US" dirty="0"/>
              <a:t>Consultants: </a:t>
            </a:r>
          </a:p>
          <a:p>
            <a:pPr lvl="1" fontAlgn="base"/>
            <a:r>
              <a:rPr lang="en-US" dirty="0"/>
              <a:t>They present creative ideas to increase popularity of the company periodically. </a:t>
            </a:r>
          </a:p>
          <a:p>
            <a:pPr lvl="1" fontAlgn="base"/>
            <a:r>
              <a:rPr lang="en-US" dirty="0"/>
              <a:t>They use their experience to discuss the plans of the company. </a:t>
            </a:r>
          </a:p>
          <a:p>
            <a:pPr marL="457200" lvl="1" indent="0" fontAlgn="base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91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Requirements Specs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40119"/>
            <a:ext cx="12192000" cy="561788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Purpose</a:t>
            </a:r>
            <a:endParaRPr lang="en-US" sz="1400" dirty="0"/>
          </a:p>
          <a:p>
            <a:pPr lvl="1"/>
            <a:r>
              <a:rPr lang="en-US" dirty="0"/>
              <a:t>Have a website for selling laptops and computer peripherals</a:t>
            </a:r>
            <a:endParaRPr lang="en-US" sz="1400" dirty="0"/>
          </a:p>
          <a:p>
            <a:r>
              <a:rPr lang="en-US" b="1" dirty="0" smtClean="0"/>
              <a:t>1.Project </a:t>
            </a:r>
            <a:r>
              <a:rPr lang="en-US" b="1" dirty="0"/>
              <a:t>Scope </a:t>
            </a:r>
            <a:endParaRPr lang="en-US" sz="1400" dirty="0"/>
          </a:p>
          <a:p>
            <a:pPr lvl="1"/>
            <a:r>
              <a:rPr lang="en-US" sz="1400" dirty="0"/>
              <a:t> </a:t>
            </a:r>
            <a:r>
              <a:rPr lang="en-US" dirty="0"/>
              <a:t>Increase sales by reaching a large number of users</a:t>
            </a:r>
            <a:endParaRPr lang="en-US" sz="1400" dirty="0"/>
          </a:p>
          <a:p>
            <a:r>
              <a:rPr lang="en-US" sz="1800" b="1" dirty="0"/>
              <a:t>2</a:t>
            </a:r>
            <a:r>
              <a:rPr lang="en-US" b="1" dirty="0"/>
              <a:t>.Overall Description</a:t>
            </a:r>
            <a:r>
              <a:rPr lang="en-US" sz="1800" b="1" dirty="0"/>
              <a:t> </a:t>
            </a:r>
            <a:endParaRPr lang="en-US" sz="1200" dirty="0"/>
          </a:p>
          <a:p>
            <a:pPr lvl="1"/>
            <a:r>
              <a:rPr lang="en-US" b="1" dirty="0"/>
              <a:t>2.1 Product Perspective </a:t>
            </a:r>
            <a:endParaRPr lang="en-US" sz="1200" dirty="0"/>
          </a:p>
          <a:p>
            <a:pPr lvl="2"/>
            <a:r>
              <a:rPr lang="en-US" dirty="0"/>
              <a:t>It is a new website for company sells laptops and computer peripherals</a:t>
            </a:r>
            <a:endParaRPr lang="en-US" sz="1200" dirty="0"/>
          </a:p>
          <a:p>
            <a:pPr lvl="1"/>
            <a:r>
              <a:rPr lang="en-US" b="1" dirty="0"/>
              <a:t>2.2 Product Functions </a:t>
            </a:r>
            <a:endParaRPr lang="en-US" sz="1400" dirty="0"/>
          </a:p>
          <a:p>
            <a:pPr lvl="2"/>
            <a:r>
              <a:rPr lang="en-US" dirty="0" smtClean="0"/>
              <a:t> </a:t>
            </a:r>
            <a:r>
              <a:rPr lang="en-US" dirty="0"/>
              <a:t>we need function to sign up  for new users and sign in for current users</a:t>
            </a:r>
            <a:endParaRPr lang="en-US" sz="1200" dirty="0"/>
          </a:p>
          <a:p>
            <a:pPr lvl="2"/>
            <a:r>
              <a:rPr lang="en-US" dirty="0"/>
              <a:t> </a:t>
            </a:r>
            <a:r>
              <a:rPr lang="en-US" dirty="0" smtClean="0"/>
              <a:t>we </a:t>
            </a:r>
            <a:r>
              <a:rPr lang="en-US" dirty="0"/>
              <a:t>need function for search for </a:t>
            </a:r>
            <a:r>
              <a:rPr lang="en-US" dirty="0" smtClean="0"/>
              <a:t>products</a:t>
            </a:r>
            <a:endParaRPr lang="en-US" sz="1200" dirty="0"/>
          </a:p>
          <a:p>
            <a:pPr lvl="1"/>
            <a:r>
              <a:rPr lang="en-US" b="1" dirty="0"/>
              <a:t>2.3 User Classes and Characteristics </a:t>
            </a:r>
            <a:endParaRPr lang="en-US" dirty="0"/>
          </a:p>
          <a:p>
            <a:pPr lvl="2"/>
            <a:r>
              <a:rPr lang="en-US" b="1" dirty="0"/>
              <a:t>Administrators </a:t>
            </a:r>
            <a:r>
              <a:rPr lang="en-US" dirty="0"/>
              <a:t>:</a:t>
            </a:r>
            <a:r>
              <a:rPr lang="en-US" dirty="0" smtClean="0"/>
              <a:t>Administrators </a:t>
            </a:r>
            <a:r>
              <a:rPr lang="en-US" dirty="0"/>
              <a:t>are people who add products</a:t>
            </a:r>
          </a:p>
          <a:p>
            <a:pPr lvl="2"/>
            <a:r>
              <a:rPr lang="en-US" b="1" dirty="0"/>
              <a:t>End Users </a:t>
            </a:r>
            <a:r>
              <a:rPr lang="en-US" dirty="0"/>
              <a:t>:</a:t>
            </a:r>
            <a:r>
              <a:rPr lang="en-US" dirty="0" smtClean="0"/>
              <a:t>Customers </a:t>
            </a:r>
            <a:r>
              <a:rPr lang="en-US" dirty="0"/>
              <a:t>who visits website and orders products</a:t>
            </a:r>
          </a:p>
          <a:p>
            <a:pPr lvl="1"/>
            <a:r>
              <a:rPr lang="en-US" b="1" dirty="0"/>
              <a:t>2.4 Operating Environment</a:t>
            </a:r>
            <a:endParaRPr lang="en-US" dirty="0"/>
          </a:p>
          <a:p>
            <a:pPr lvl="2"/>
            <a:r>
              <a:rPr lang="en-US" dirty="0" smtClean="0"/>
              <a:t>The </a:t>
            </a:r>
            <a:r>
              <a:rPr lang="en-US" dirty="0"/>
              <a:t>software will work in Computers and mobiles , so we need a server Online </a:t>
            </a:r>
          </a:p>
        </p:txBody>
      </p:sp>
    </p:spTree>
    <p:extLst>
      <p:ext uri="{BB962C8B-B14F-4D97-AF65-F5344CB8AC3E}">
        <p14:creationId xmlns:p14="http://schemas.microsoft.com/office/powerpoint/2010/main" val="4218723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Requirements specs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0439" y="1267827"/>
            <a:ext cx="11938434" cy="5511664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US" b="1" dirty="0"/>
              <a:t>2.5 Design and Implementation Constrains </a:t>
            </a:r>
            <a:endParaRPr lang="en-US" dirty="0"/>
          </a:p>
          <a:p>
            <a:pPr lvl="2"/>
            <a:r>
              <a:rPr lang="en-US" dirty="0" smtClean="0"/>
              <a:t>Website </a:t>
            </a:r>
            <a:r>
              <a:rPr lang="en-US" dirty="0"/>
              <a:t>should be design by using HTML ,CSS, </a:t>
            </a:r>
            <a:r>
              <a:rPr lang="en-US" dirty="0" smtClean="0"/>
              <a:t>JS</a:t>
            </a:r>
          </a:p>
          <a:p>
            <a:r>
              <a:rPr lang="en-US" b="1" dirty="0"/>
              <a:t>3.External Interface Requirements</a:t>
            </a:r>
            <a:endParaRPr lang="en-US" sz="1200" dirty="0"/>
          </a:p>
          <a:p>
            <a:pPr lvl="1"/>
            <a:r>
              <a:rPr lang="en-US" b="1" dirty="0"/>
              <a:t>3.1 User </a:t>
            </a:r>
            <a:r>
              <a:rPr lang="en-US" b="1" dirty="0" smtClean="0"/>
              <a:t>Interfaces</a:t>
            </a:r>
            <a:endParaRPr lang="en-US" sz="1200" dirty="0" smtClean="0"/>
          </a:p>
          <a:p>
            <a:pPr lvl="2"/>
            <a:r>
              <a:rPr lang="en-US" dirty="0"/>
              <a:t>We need a friendly interface and use buttons to make website ease for use and quick</a:t>
            </a:r>
            <a:endParaRPr lang="en-US" sz="1200" dirty="0"/>
          </a:p>
          <a:p>
            <a:pPr lvl="1"/>
            <a:r>
              <a:rPr lang="en-US" b="1" dirty="0" smtClean="0"/>
              <a:t>3.2 </a:t>
            </a:r>
            <a:r>
              <a:rPr lang="en-US" b="1" dirty="0"/>
              <a:t>Hardware </a:t>
            </a:r>
            <a:r>
              <a:rPr lang="en-US" b="1" dirty="0" smtClean="0"/>
              <a:t>Interfaces</a:t>
            </a:r>
            <a:endParaRPr lang="en-US" sz="1600" dirty="0"/>
          </a:p>
          <a:p>
            <a:pPr lvl="2"/>
            <a:r>
              <a:rPr lang="en-US" dirty="0"/>
              <a:t>Processor: Dual core</a:t>
            </a:r>
            <a:endParaRPr lang="en-US" sz="1200" dirty="0"/>
          </a:p>
          <a:p>
            <a:pPr lvl="2"/>
            <a:r>
              <a:rPr lang="en-US" dirty="0"/>
              <a:t>Ram :2GB</a:t>
            </a:r>
            <a:endParaRPr lang="en-US" sz="1200" dirty="0"/>
          </a:p>
          <a:p>
            <a:pPr lvl="1"/>
            <a:r>
              <a:rPr lang="en-US" b="1" dirty="0"/>
              <a:t>3.3 Software Interfaces</a:t>
            </a:r>
            <a:endParaRPr lang="en-US" sz="1200" dirty="0"/>
          </a:p>
          <a:p>
            <a:pPr lvl="2"/>
            <a:r>
              <a:rPr lang="en-US" dirty="0"/>
              <a:t>Operating System: Windows  , Mac , Linux</a:t>
            </a:r>
            <a:endParaRPr lang="en-US" sz="1200" dirty="0"/>
          </a:p>
          <a:p>
            <a:pPr lvl="2"/>
            <a:r>
              <a:rPr lang="en-US" dirty="0"/>
              <a:t>Database: MySQL</a:t>
            </a:r>
            <a:endParaRPr lang="en-US" sz="1200" dirty="0"/>
          </a:p>
          <a:p>
            <a:pPr lvl="1"/>
            <a:r>
              <a:rPr lang="en-US" b="1" dirty="0"/>
              <a:t>3.4 Communication Interface</a:t>
            </a:r>
            <a:endParaRPr lang="en-US" sz="1200" dirty="0"/>
          </a:p>
          <a:p>
            <a:pPr lvl="2"/>
            <a:r>
              <a:rPr lang="en-US" dirty="0"/>
              <a:t>The website should sent an email confirmation and mobile SMS after order confirmation </a:t>
            </a:r>
            <a:endParaRPr lang="en-US" sz="1200" dirty="0"/>
          </a:p>
          <a:p>
            <a:r>
              <a:rPr lang="en-US" b="1" dirty="0"/>
              <a:t>4. System Features </a:t>
            </a:r>
            <a:endParaRPr lang="en-US" sz="1400" dirty="0"/>
          </a:p>
          <a:p>
            <a:pPr lvl="1"/>
            <a:r>
              <a:rPr lang="en-US" dirty="0" smtClean="0"/>
              <a:t>we </a:t>
            </a:r>
            <a:r>
              <a:rPr lang="en-US" dirty="0"/>
              <a:t>can use website from mobile</a:t>
            </a:r>
            <a:endParaRPr lang="en-US" sz="1400" dirty="0"/>
          </a:p>
          <a:p>
            <a:pPr lvl="1"/>
            <a:r>
              <a:rPr lang="en-US" dirty="0" smtClean="0"/>
              <a:t>website </a:t>
            </a:r>
            <a:r>
              <a:rPr lang="en-US" dirty="0"/>
              <a:t>have search function</a:t>
            </a:r>
            <a:endParaRPr lang="en-US" sz="14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587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221" y="157155"/>
            <a:ext cx="9404723" cy="1400530"/>
          </a:xfrm>
        </p:spPr>
        <p:txBody>
          <a:bodyPr/>
          <a:lstStyle/>
          <a:p>
            <a:pPr algn="ctr"/>
            <a:r>
              <a:rPr lang="en-US" b="1" dirty="0"/>
              <a:t>Requirements specs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00728"/>
            <a:ext cx="12192000" cy="5657272"/>
          </a:xfrm>
        </p:spPr>
        <p:txBody>
          <a:bodyPr>
            <a:normAutofit/>
          </a:bodyPr>
          <a:lstStyle/>
          <a:p>
            <a:r>
              <a:rPr lang="en-US" b="1" dirty="0"/>
              <a:t>5.Function requirements and non-function requirement </a:t>
            </a:r>
            <a:endParaRPr lang="en-US" dirty="0"/>
          </a:p>
          <a:p>
            <a:pPr lvl="1"/>
            <a:r>
              <a:rPr lang="en-US" b="1" dirty="0"/>
              <a:t>5.1 Function Requirements</a:t>
            </a:r>
            <a:endParaRPr lang="en-US" dirty="0"/>
          </a:p>
          <a:p>
            <a:pPr lvl="2"/>
            <a:r>
              <a:rPr lang="en-US" dirty="0" smtClean="0"/>
              <a:t> </a:t>
            </a:r>
            <a:r>
              <a:rPr lang="en-US" dirty="0"/>
              <a:t>The Products for sale must be listed on the system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The system ought to generate a list of all laptops sold each day</a:t>
            </a:r>
            <a:r>
              <a:rPr lang="en-US" dirty="0" smtClean="0"/>
              <a:t>.</a:t>
            </a:r>
          </a:p>
          <a:p>
            <a:pPr lvl="2"/>
            <a:r>
              <a:rPr lang="en-US" dirty="0"/>
              <a:t> </a:t>
            </a:r>
            <a:r>
              <a:rPr lang="en-US" dirty="0" smtClean="0"/>
              <a:t>The </a:t>
            </a:r>
            <a:r>
              <a:rPr lang="en-US" dirty="0"/>
              <a:t>Product information should be added to the system (price, no. of cores, laptop type)</a:t>
            </a:r>
            <a:endParaRPr lang="en-US" sz="1200" dirty="0"/>
          </a:p>
          <a:p>
            <a:pPr lvl="2"/>
            <a:r>
              <a:rPr lang="en-US" dirty="0" smtClean="0"/>
              <a:t> </a:t>
            </a:r>
            <a:r>
              <a:rPr lang="en-US" dirty="0"/>
              <a:t>The website must have a variety of payment methods</a:t>
            </a:r>
            <a:endParaRPr lang="en-US" sz="1200" dirty="0"/>
          </a:p>
          <a:p>
            <a:pPr lvl="2"/>
            <a:r>
              <a:rPr lang="en-US" dirty="0" smtClean="0"/>
              <a:t> </a:t>
            </a:r>
            <a:r>
              <a:rPr lang="en-US" dirty="0"/>
              <a:t>The system shouldn't put any users in conflict with one another</a:t>
            </a:r>
            <a:endParaRPr lang="en-US" sz="1200" dirty="0"/>
          </a:p>
          <a:p>
            <a:pPr lvl="2"/>
            <a:r>
              <a:rPr lang="en-US" dirty="0" smtClean="0"/>
              <a:t> The </a:t>
            </a:r>
            <a:r>
              <a:rPr lang="en-US" dirty="0"/>
              <a:t>user's review and feedback could be added by the system</a:t>
            </a:r>
            <a:endParaRPr lang="en-US" sz="1200" dirty="0"/>
          </a:p>
          <a:p>
            <a:pPr lvl="2"/>
            <a:r>
              <a:rPr lang="en-US" dirty="0" smtClean="0"/>
              <a:t> The </a:t>
            </a:r>
            <a:r>
              <a:rPr lang="en-US" dirty="0"/>
              <a:t>system would like to know how many visitors came each </a:t>
            </a:r>
            <a:r>
              <a:rPr lang="en-US" dirty="0" smtClean="0"/>
              <a:t>day</a:t>
            </a:r>
            <a:endParaRPr lang="en-US" dirty="0" smtClean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8107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Requirements specs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073" y="1853248"/>
            <a:ext cx="12007271" cy="5004752"/>
          </a:xfrm>
        </p:spPr>
        <p:txBody>
          <a:bodyPr>
            <a:normAutofit lnSpcReduction="10000"/>
          </a:bodyPr>
          <a:lstStyle/>
          <a:p>
            <a:pPr lvl="1"/>
            <a:r>
              <a:rPr lang="en-US" b="1" dirty="0"/>
              <a:t>5.2 Non-Function Requirements</a:t>
            </a:r>
            <a:endParaRPr lang="en-US" sz="1200" dirty="0"/>
          </a:p>
          <a:p>
            <a:pPr lvl="1"/>
            <a:r>
              <a:rPr lang="en-US" b="1" dirty="0"/>
              <a:t>Efficiency </a:t>
            </a:r>
            <a:endParaRPr lang="en-US" sz="1400" dirty="0"/>
          </a:p>
          <a:p>
            <a:pPr lvl="2"/>
            <a:r>
              <a:rPr lang="en-US" dirty="0"/>
              <a:t>Any page of Website should not take more than 6 seconds. </a:t>
            </a:r>
            <a:endParaRPr lang="en-US" sz="1200" dirty="0"/>
          </a:p>
          <a:p>
            <a:pPr lvl="2"/>
            <a:r>
              <a:rPr lang="en-US" dirty="0"/>
              <a:t>The Website should be able to support 100 concurrent users without any performance degradation.</a:t>
            </a:r>
            <a:endParaRPr lang="en-US" sz="1200" dirty="0"/>
          </a:p>
          <a:p>
            <a:pPr lvl="1"/>
            <a:r>
              <a:rPr lang="en-US" b="1" dirty="0"/>
              <a:t>Usability</a:t>
            </a:r>
            <a:endParaRPr lang="en-US" sz="1400" dirty="0"/>
          </a:p>
          <a:p>
            <a:pPr lvl="2"/>
            <a:r>
              <a:rPr lang="en-US" dirty="0"/>
              <a:t> The user interface of the system should be very friendly.</a:t>
            </a:r>
            <a:endParaRPr lang="en-US" sz="1200" dirty="0"/>
          </a:p>
          <a:p>
            <a:pPr lvl="2"/>
            <a:r>
              <a:rPr lang="en-US" dirty="0"/>
              <a:t> It should not take more than 120 seconds for a new user to register for an account</a:t>
            </a:r>
            <a:endParaRPr lang="en-US" sz="1200" dirty="0"/>
          </a:p>
          <a:p>
            <a:pPr lvl="1"/>
            <a:r>
              <a:rPr lang="en-US" b="1" dirty="0"/>
              <a:t>Reliability</a:t>
            </a:r>
            <a:endParaRPr lang="en-US" sz="1400" dirty="0"/>
          </a:p>
          <a:p>
            <a:pPr lvl="2"/>
            <a:r>
              <a:rPr lang="en-US" dirty="0"/>
              <a:t> In case of failure that leads to a system outrange, the matter should not take more than 2 hours.</a:t>
            </a:r>
            <a:endParaRPr lang="en-US" sz="1200" dirty="0"/>
          </a:p>
          <a:p>
            <a:pPr lvl="1"/>
            <a:r>
              <a:rPr lang="en-US" b="1" dirty="0"/>
              <a:t>Security </a:t>
            </a:r>
            <a:endParaRPr lang="en-US" sz="1400" dirty="0"/>
          </a:p>
          <a:p>
            <a:pPr lvl="2"/>
            <a:r>
              <a:rPr lang="en-US" dirty="0"/>
              <a:t> Each person that goes to the system’s website will be required to register if they want to do more than just read.</a:t>
            </a:r>
            <a:endParaRPr lang="en-US" sz="1200" dirty="0"/>
          </a:p>
          <a:p>
            <a:pPr lvl="1"/>
            <a:r>
              <a:rPr lang="en-US" b="1" dirty="0"/>
              <a:t>Organization Rule</a:t>
            </a:r>
            <a:endParaRPr lang="en-US" sz="1400" dirty="0"/>
          </a:p>
          <a:p>
            <a:pPr lvl="2"/>
            <a:r>
              <a:rPr lang="en-US" dirty="0"/>
              <a:t> The system must follow the company policy of sale</a:t>
            </a:r>
            <a:endParaRPr lang="en-US" sz="12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23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231045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DFD diagram</a:t>
            </a:r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631575"/>
            <a:ext cx="8831634" cy="482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91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DFD diagram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82" y="1266621"/>
            <a:ext cx="10039927" cy="559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3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DFD diagram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1" y="1338262"/>
            <a:ext cx="10640725" cy="5400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875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584" y="0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Data dictionaries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56" y="2410690"/>
            <a:ext cx="12127344" cy="4447309"/>
          </a:xfrm>
        </p:spPr>
        <p:txBody>
          <a:bodyPr/>
          <a:lstStyle/>
          <a:p>
            <a:r>
              <a:rPr lang="en-US" b="1" dirty="0"/>
              <a:t>Description Form</a:t>
            </a:r>
            <a:endParaRPr lang="en-US" dirty="0"/>
          </a:p>
          <a:p>
            <a:pPr lvl="1"/>
            <a:r>
              <a:rPr lang="en-US" b="1" dirty="0"/>
              <a:t>Id: 1</a:t>
            </a:r>
            <a:endParaRPr lang="en-US" dirty="0"/>
          </a:p>
          <a:p>
            <a:pPr lvl="1"/>
            <a:r>
              <a:rPr lang="en-US" b="1" dirty="0"/>
              <a:t>Name: Order Info.</a:t>
            </a:r>
            <a:endParaRPr lang="en-US" dirty="0"/>
          </a:p>
          <a:p>
            <a:pPr lvl="1"/>
            <a:r>
              <a:rPr lang="en-US" b="1" dirty="0"/>
              <a:t>Description: It contains all the data about the order from price, the number of the products, and the type of the </a:t>
            </a:r>
            <a:r>
              <a:rPr lang="en-US" b="1" dirty="0" smtClean="0"/>
              <a:t>order.</a:t>
            </a:r>
          </a:p>
          <a:p>
            <a:r>
              <a:rPr lang="en-US" b="1" dirty="0"/>
              <a:t>Data Structure</a:t>
            </a:r>
            <a:endParaRPr lang="en-US" dirty="0"/>
          </a:p>
          <a:p>
            <a:pPr lvl="1"/>
            <a:r>
              <a:rPr lang="en-US" b="1" dirty="0"/>
              <a:t>Order Info = price + No. of products + place of the order + (cash</a:t>
            </a:r>
            <a:r>
              <a:rPr lang="en-US" b="1" dirty="0" smtClean="0"/>
              <a:t>)</a:t>
            </a:r>
          </a:p>
          <a:p>
            <a:r>
              <a:rPr lang="en-US" b="1" dirty="0"/>
              <a:t>Data Element</a:t>
            </a:r>
            <a:endParaRPr lang="en-US" dirty="0"/>
          </a:p>
          <a:p>
            <a:pPr lvl="1"/>
            <a:r>
              <a:rPr lang="en-US" b="1" dirty="0"/>
              <a:t>Name: price</a:t>
            </a:r>
            <a:endParaRPr lang="en-US" dirty="0"/>
          </a:p>
          <a:p>
            <a:pPr lvl="1"/>
            <a:r>
              <a:rPr lang="en-US" b="1" dirty="0"/>
              <a:t>Alias: product </a:t>
            </a:r>
            <a:r>
              <a:rPr lang="en-US" b="1" dirty="0" smtClean="0"/>
              <a:t>price</a:t>
            </a:r>
            <a:endParaRPr lang="en-US" dirty="0"/>
          </a:p>
          <a:p>
            <a:pPr lvl="1"/>
            <a:r>
              <a:rPr lang="en-US" b="1" dirty="0"/>
              <a:t>Type: Number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077" y="978130"/>
            <a:ext cx="6692900" cy="1330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112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7711" y="0"/>
            <a:ext cx="9404723" cy="1400530"/>
          </a:xfrm>
        </p:spPr>
        <p:txBody>
          <a:bodyPr/>
          <a:lstStyle/>
          <a:p>
            <a:pPr algn="ctr"/>
            <a:r>
              <a:rPr lang="en-US" b="1" dirty="0"/>
              <a:t>Data dictionaries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650836"/>
            <a:ext cx="12192000" cy="420716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 dirty="0" smtClean="0"/>
              <a:t>Description Form:</a:t>
            </a:r>
          </a:p>
          <a:p>
            <a:pPr lvl="1"/>
            <a:r>
              <a:rPr lang="en-US" b="1" dirty="0" smtClean="0"/>
              <a:t>Id</a:t>
            </a:r>
            <a:r>
              <a:rPr lang="en-US" b="1" dirty="0"/>
              <a:t>: D1</a:t>
            </a:r>
            <a:endParaRPr lang="en-US" dirty="0"/>
          </a:p>
          <a:p>
            <a:pPr lvl="1"/>
            <a:r>
              <a:rPr lang="en-US" b="1" dirty="0"/>
              <a:t>Name: Product Database</a:t>
            </a:r>
            <a:endParaRPr lang="en-US" dirty="0"/>
          </a:p>
          <a:p>
            <a:pPr lvl="1"/>
            <a:r>
              <a:rPr lang="en-US" b="1" dirty="0"/>
              <a:t>Alias: The database of products.</a:t>
            </a:r>
            <a:endParaRPr lang="en-US" dirty="0"/>
          </a:p>
          <a:p>
            <a:pPr lvl="1"/>
            <a:r>
              <a:rPr lang="en-US" b="1" dirty="0"/>
              <a:t>Description: It contains information about all the products of the shop.</a:t>
            </a:r>
            <a:endParaRPr lang="en-US" dirty="0"/>
          </a:p>
          <a:p>
            <a:pPr lvl="1"/>
            <a:r>
              <a:rPr lang="en-US" b="1" dirty="0"/>
              <a:t>File type: Computer</a:t>
            </a:r>
            <a:endParaRPr lang="en-US" dirty="0"/>
          </a:p>
          <a:p>
            <a:pPr lvl="1"/>
            <a:r>
              <a:rPr lang="en-US" b="1" dirty="0"/>
              <a:t>File format: Database</a:t>
            </a:r>
            <a:endParaRPr lang="en-US" dirty="0"/>
          </a:p>
          <a:p>
            <a:pPr lvl="1"/>
            <a:r>
              <a:rPr lang="en-US" b="1" dirty="0"/>
              <a:t>Record size (Characters): 500</a:t>
            </a:r>
            <a:endParaRPr lang="en-US" dirty="0"/>
          </a:p>
          <a:p>
            <a:pPr lvl="1"/>
            <a:r>
              <a:rPr lang="en-US" b="1" dirty="0"/>
              <a:t>Number of records: 3000</a:t>
            </a:r>
            <a:endParaRPr lang="en-US" dirty="0"/>
          </a:p>
          <a:p>
            <a:pPr lvl="1"/>
            <a:r>
              <a:rPr lang="en-US" b="1" dirty="0"/>
              <a:t>Dataset name: Products</a:t>
            </a:r>
            <a:endParaRPr lang="en-US" dirty="0"/>
          </a:p>
          <a:p>
            <a:pPr lvl="1"/>
            <a:r>
              <a:rPr lang="en-US" b="1" dirty="0"/>
              <a:t>Data structure: product data</a:t>
            </a:r>
            <a:endParaRPr lang="en-US" dirty="0"/>
          </a:p>
          <a:p>
            <a:pPr lvl="1"/>
            <a:r>
              <a:rPr lang="en-US" b="1" dirty="0"/>
              <a:t>Primary key: product ID</a:t>
            </a:r>
            <a:endParaRPr lang="en-US" dirty="0"/>
          </a:p>
          <a:p>
            <a:pPr lvl="1"/>
            <a:r>
              <a:rPr lang="en-US" b="1" dirty="0"/>
              <a:t>Comments: The database updated automatically by selling the products.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867" y="700265"/>
            <a:ext cx="632841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6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693" y="0"/>
            <a:ext cx="9404723" cy="1400530"/>
          </a:xfrm>
        </p:spPr>
        <p:txBody>
          <a:bodyPr/>
          <a:lstStyle/>
          <a:p>
            <a:pPr algn="ctr"/>
            <a:r>
              <a:rPr lang="en-US" b="1" dirty="0"/>
              <a:t>Process Specs form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88720"/>
            <a:ext cx="12192000" cy="566928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Process Specification Form</a:t>
            </a:r>
          </a:p>
          <a:p>
            <a:pPr lvl="1"/>
            <a:r>
              <a:rPr lang="en-US" b="1" dirty="0"/>
              <a:t>Number: 1.0</a:t>
            </a:r>
          </a:p>
          <a:p>
            <a:pPr lvl="1"/>
            <a:r>
              <a:rPr lang="en-US" b="1" dirty="0"/>
              <a:t>Name: Managing Purchasing</a:t>
            </a:r>
          </a:p>
          <a:p>
            <a:pPr lvl="1"/>
            <a:r>
              <a:rPr lang="en-US" b="1" dirty="0"/>
              <a:t>Description: Collect Order details and Customer Information and </a:t>
            </a:r>
            <a:r>
              <a:rPr lang="en-US" b="1" dirty="0" smtClean="0"/>
              <a:t>Send </a:t>
            </a:r>
            <a:r>
              <a:rPr lang="en-US" b="1" dirty="0"/>
              <a:t>Order status bills to customer</a:t>
            </a:r>
          </a:p>
          <a:p>
            <a:r>
              <a:rPr lang="en-US" b="1" dirty="0"/>
              <a:t>Input Data Flow: </a:t>
            </a:r>
            <a:r>
              <a:rPr lang="en-US" b="1" dirty="0" smtClean="0"/>
              <a:t>(</a:t>
            </a:r>
            <a:r>
              <a:rPr lang="en-US" b="1" dirty="0"/>
              <a:t>1) Customer Information from external Entity </a:t>
            </a:r>
            <a:r>
              <a:rPr lang="en-US" b="1" dirty="0" smtClean="0"/>
              <a:t>Customer (2) </a:t>
            </a:r>
            <a:r>
              <a:rPr lang="en-US" b="1" dirty="0"/>
              <a:t>Order Details from external entity Shop</a:t>
            </a:r>
          </a:p>
          <a:p>
            <a:r>
              <a:rPr lang="en-US" b="1" dirty="0"/>
              <a:t>Output Data </a:t>
            </a:r>
            <a:r>
              <a:rPr lang="en-US" b="1" dirty="0" smtClean="0"/>
              <a:t>Flow: </a:t>
            </a:r>
            <a:r>
              <a:rPr lang="en-US" b="1" dirty="0"/>
              <a:t>Order statuses Bill information</a:t>
            </a:r>
          </a:p>
          <a:p>
            <a:r>
              <a:rPr lang="en-US" b="1" dirty="0"/>
              <a:t>Type of Process: online</a:t>
            </a:r>
          </a:p>
          <a:p>
            <a:r>
              <a:rPr lang="en-US" b="1" dirty="0"/>
              <a:t>Unresolved Issues: no</a:t>
            </a:r>
          </a:p>
          <a:p>
            <a:r>
              <a:rPr lang="en-US" b="1" dirty="0"/>
              <a:t>Process </a:t>
            </a:r>
            <a:r>
              <a:rPr lang="en-US" b="1" dirty="0" smtClean="0"/>
              <a:t>Logic:</a:t>
            </a:r>
          </a:p>
          <a:p>
            <a:pPr lvl="1"/>
            <a:r>
              <a:rPr lang="en-US" b="1" dirty="0" smtClean="0"/>
              <a:t>BEGIN IF </a:t>
            </a:r>
          </a:p>
          <a:p>
            <a:pPr lvl="1"/>
            <a:r>
              <a:rPr lang="en-US" b="1" dirty="0" smtClean="0"/>
              <a:t>      IF We have Customer Information:</a:t>
            </a:r>
          </a:p>
          <a:p>
            <a:pPr lvl="1"/>
            <a:r>
              <a:rPr lang="en-US" b="1" dirty="0" smtClean="0"/>
              <a:t>       	 First Name and Last Name and Customer ID and Location </a:t>
            </a:r>
          </a:p>
          <a:p>
            <a:pPr lvl="1"/>
            <a:r>
              <a:rPr lang="en-US" b="1" dirty="0" smtClean="0"/>
              <a:t>        And</a:t>
            </a:r>
          </a:p>
          <a:p>
            <a:pPr lvl="1"/>
            <a:r>
              <a:rPr lang="en-US" b="1" dirty="0" smtClean="0"/>
              <a:t>          	We have Order details</a:t>
            </a:r>
          </a:p>
          <a:p>
            <a:pPr lvl="1"/>
            <a:r>
              <a:rPr lang="en-US" b="1" dirty="0" smtClean="0"/>
              <a:t>       Then </a:t>
            </a:r>
          </a:p>
          <a:p>
            <a:pPr lvl="1"/>
            <a:r>
              <a:rPr lang="en-US" b="1" dirty="0" smtClean="0"/>
              <a:t>        	Send Order status Bill Information</a:t>
            </a:r>
          </a:p>
          <a:p>
            <a:pPr lvl="1"/>
            <a:r>
              <a:rPr lang="en-US" b="1" dirty="0" smtClean="0"/>
              <a:t> END IF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8071" y="778807"/>
            <a:ext cx="6525202" cy="1243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23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4584" y="0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Process Specs form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2013526"/>
            <a:ext cx="12016508" cy="4779817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Process Specification Form</a:t>
            </a:r>
          </a:p>
          <a:p>
            <a:pPr lvl="1"/>
            <a:r>
              <a:rPr lang="en-US" b="1" dirty="0"/>
              <a:t>Number: 3.0</a:t>
            </a:r>
          </a:p>
          <a:p>
            <a:pPr lvl="1"/>
            <a:r>
              <a:rPr lang="en-US" b="1" dirty="0"/>
              <a:t>Name: Tracking transactions </a:t>
            </a:r>
          </a:p>
          <a:p>
            <a:pPr lvl="1"/>
            <a:r>
              <a:rPr lang="en-US" b="1" dirty="0"/>
              <a:t>Description: Collect Product information from external entity shop and send order status to customer</a:t>
            </a:r>
          </a:p>
          <a:p>
            <a:r>
              <a:rPr lang="en-US" b="1" dirty="0"/>
              <a:t>Input Data </a:t>
            </a:r>
            <a:r>
              <a:rPr lang="en-US" b="1" dirty="0" smtClean="0"/>
              <a:t>Flow: </a:t>
            </a:r>
            <a:r>
              <a:rPr lang="en-US" b="1" dirty="0"/>
              <a:t>Product information from External Entity Shop</a:t>
            </a:r>
          </a:p>
          <a:p>
            <a:r>
              <a:rPr lang="en-US" b="1" dirty="0"/>
              <a:t>Output Data </a:t>
            </a:r>
            <a:r>
              <a:rPr lang="en-US" b="1" dirty="0" smtClean="0"/>
              <a:t>Flow: </a:t>
            </a:r>
            <a:r>
              <a:rPr lang="en-US" b="1" dirty="0"/>
              <a:t>Order Statue</a:t>
            </a:r>
          </a:p>
          <a:p>
            <a:r>
              <a:rPr lang="en-US" b="1" dirty="0"/>
              <a:t>Type of Process: </a:t>
            </a:r>
            <a:r>
              <a:rPr lang="en-US" b="1" dirty="0" smtClean="0"/>
              <a:t>Online</a:t>
            </a:r>
            <a:endParaRPr lang="en-US" b="1" dirty="0"/>
          </a:p>
          <a:p>
            <a:r>
              <a:rPr lang="en-US" b="1" dirty="0"/>
              <a:t>Unresolved Issues: no</a:t>
            </a:r>
          </a:p>
          <a:p>
            <a:r>
              <a:rPr lang="en-US" b="1" dirty="0"/>
              <a:t>Process Logic:</a:t>
            </a:r>
          </a:p>
          <a:p>
            <a:pPr lvl="1"/>
            <a:r>
              <a:rPr lang="en-US" b="1" dirty="0"/>
              <a:t>BEGIN IF </a:t>
            </a:r>
          </a:p>
          <a:p>
            <a:pPr lvl="1"/>
            <a:r>
              <a:rPr lang="en-US" b="1" dirty="0"/>
              <a:t>      IF We have Product Information:</a:t>
            </a:r>
          </a:p>
          <a:p>
            <a:pPr lvl="1"/>
            <a:r>
              <a:rPr lang="en-US" b="1" dirty="0"/>
              <a:t>        </a:t>
            </a:r>
            <a:r>
              <a:rPr lang="en-US" b="1" dirty="0" smtClean="0"/>
              <a:t>	Description </a:t>
            </a:r>
            <a:r>
              <a:rPr lang="en-US" b="1" dirty="0"/>
              <a:t>of Product and  Available amount </a:t>
            </a:r>
          </a:p>
          <a:p>
            <a:pPr lvl="1"/>
            <a:r>
              <a:rPr lang="en-US" b="1" dirty="0"/>
              <a:t>       Then </a:t>
            </a:r>
          </a:p>
          <a:p>
            <a:pPr lvl="1"/>
            <a:r>
              <a:rPr lang="en-US" b="1" dirty="0"/>
              <a:t>       </a:t>
            </a:r>
            <a:r>
              <a:rPr lang="en-US" b="1" dirty="0" smtClean="0"/>
              <a:t>	Order </a:t>
            </a:r>
            <a:r>
              <a:rPr lang="en-US" b="1" dirty="0"/>
              <a:t>statuses </a:t>
            </a:r>
          </a:p>
          <a:p>
            <a:pPr lvl="1"/>
            <a:r>
              <a:rPr lang="en-US" b="1" dirty="0"/>
              <a:t> END IF</a:t>
            </a: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5810" y="945400"/>
            <a:ext cx="6449325" cy="1405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9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Web pages with adobe XD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10" y="1152983"/>
            <a:ext cx="10779271" cy="561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82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Web pages with adobe XD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436" y="1551709"/>
            <a:ext cx="7398327" cy="5209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1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Web pages with adobe XD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0" y="1510924"/>
            <a:ext cx="8026400" cy="500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2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20209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ER diagram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822" y="820474"/>
            <a:ext cx="7353300" cy="97307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19" y="1793551"/>
            <a:ext cx="10954326" cy="507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810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1400530"/>
          </a:xfrm>
        </p:spPr>
        <p:txBody>
          <a:bodyPr/>
          <a:lstStyle/>
          <a:p>
            <a:pPr algn="ctr"/>
            <a:r>
              <a:rPr lang="en-US" b="1" dirty="0"/>
              <a:t>ER diagram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078" y="897804"/>
            <a:ext cx="6600825" cy="14574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6" y="2438400"/>
            <a:ext cx="11711709" cy="431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50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220" y="-73755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    Project Charter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1490"/>
            <a:ext cx="12293599" cy="5666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257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5130" y="0"/>
            <a:ext cx="9404723" cy="1400530"/>
          </a:xfrm>
        </p:spPr>
        <p:txBody>
          <a:bodyPr/>
          <a:lstStyle/>
          <a:p>
            <a:pPr algn="ctr"/>
            <a:r>
              <a:rPr lang="en-US" b="1" dirty="0" smtClean="0"/>
              <a:t>Work break down Structure</a:t>
            </a:r>
            <a:endParaRPr lang="en-US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64" y="873865"/>
            <a:ext cx="10049163" cy="5827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47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547" y="2872645"/>
            <a:ext cx="9404723" cy="1400530"/>
          </a:xfrm>
        </p:spPr>
        <p:txBody>
          <a:bodyPr/>
          <a:lstStyle/>
          <a:p>
            <a:pPr algn="ctr"/>
            <a:r>
              <a:rPr lang="en-US" sz="6600" b="1" dirty="0" smtClean="0"/>
              <a:t>Thanks</a:t>
            </a:r>
            <a:r>
              <a:rPr lang="en-US" b="1" dirty="0" smtClean="0"/>
              <a:t> </a:t>
            </a:r>
            <a:endParaRPr lang="en-US" b="1" dirty="0"/>
          </a:p>
        </p:txBody>
      </p:sp>
      <p:sp>
        <p:nvSpPr>
          <p:cNvPr id="4" name="Smiley Face 3"/>
          <p:cNvSpPr/>
          <p:nvPr/>
        </p:nvSpPr>
        <p:spPr>
          <a:xfrm>
            <a:off x="7056580" y="3306583"/>
            <a:ext cx="914401" cy="532654"/>
          </a:xfrm>
          <a:prstGeom prst="smileyFace">
            <a:avLst/>
          </a:prstGeom>
          <a:solidFill>
            <a:schemeClr val="tx1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8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278</TotalTime>
  <Words>1137</Words>
  <Application>Microsoft Office PowerPoint</Application>
  <PresentationFormat>Widescreen</PresentationFormat>
  <Paragraphs>170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Century Gothic</vt:lpstr>
      <vt:lpstr>Wingdings 3</vt:lpstr>
      <vt:lpstr>Ion</vt:lpstr>
      <vt:lpstr>PowerPoint Presentation</vt:lpstr>
      <vt:lpstr>PowerPoint Presentation</vt:lpstr>
      <vt:lpstr>Task identification (Updated)</vt:lpstr>
      <vt:lpstr>Gantt chart (updated)</vt:lpstr>
      <vt:lpstr>Pert Diagram (updated)</vt:lpstr>
      <vt:lpstr>Interview Questions</vt:lpstr>
      <vt:lpstr>Interview Report</vt:lpstr>
      <vt:lpstr>Questionnaire (google Form)</vt:lpstr>
      <vt:lpstr>Play script</vt:lpstr>
      <vt:lpstr>Play script </vt:lpstr>
      <vt:lpstr>Requirements Specs</vt:lpstr>
      <vt:lpstr>Requirements specs</vt:lpstr>
      <vt:lpstr>Requirements specs</vt:lpstr>
      <vt:lpstr>Requirements specs</vt:lpstr>
      <vt:lpstr>DFD diagram</vt:lpstr>
      <vt:lpstr>DFD diagram</vt:lpstr>
      <vt:lpstr>DFD diagram</vt:lpstr>
      <vt:lpstr>Data dictionaries</vt:lpstr>
      <vt:lpstr>Data dictionaries</vt:lpstr>
      <vt:lpstr>Process Specs form</vt:lpstr>
      <vt:lpstr>Process Specs form</vt:lpstr>
      <vt:lpstr>Web pages with adobe XD</vt:lpstr>
      <vt:lpstr>Web pages with adobe XD</vt:lpstr>
      <vt:lpstr>Web pages with adobe XD</vt:lpstr>
      <vt:lpstr>ER diagram</vt:lpstr>
      <vt:lpstr>ER diagram</vt:lpstr>
      <vt:lpstr>    Project Charter</vt:lpstr>
      <vt:lpstr>Work break down Structure</vt:lpstr>
      <vt:lpstr>Thanks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KIMO STORE</dc:creator>
  <cp:lastModifiedBy>KIMO STORE</cp:lastModifiedBy>
  <cp:revision>22</cp:revision>
  <dcterms:created xsi:type="dcterms:W3CDTF">2022-12-25T07:16:14Z</dcterms:created>
  <dcterms:modified xsi:type="dcterms:W3CDTF">2022-12-27T02:40:06Z</dcterms:modified>
</cp:coreProperties>
</file>