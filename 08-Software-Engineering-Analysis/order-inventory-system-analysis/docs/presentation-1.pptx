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FB0595-750C-4710-9AE9-4599630DE7D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58E39C-15A4-4819-B656-5AED4EBDD8A6}">
      <dgm:prSet custT="1"/>
      <dgm:spPr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Project sponsor:</a:t>
          </a:r>
        </a:p>
      </dgm:t>
    </dgm:pt>
    <dgm:pt modelId="{FCC7E224-B485-423E-A2D2-CE2871804BC5}" type="parTrans" cxnId="{66D4CAD5-8058-45FC-9BF4-78DF27394BF2}">
      <dgm:prSet/>
      <dgm:spPr/>
      <dgm:t>
        <a:bodyPr/>
        <a:lstStyle/>
        <a:p>
          <a:endParaRPr lang="en-US"/>
        </a:p>
      </dgm:t>
    </dgm:pt>
    <dgm:pt modelId="{1BF140C0-6712-4A9B-8003-CEDC76201124}" type="sibTrans" cxnId="{66D4CAD5-8058-45FC-9BF4-78DF27394BF2}">
      <dgm:prSet/>
      <dgm:spPr/>
      <dgm:t>
        <a:bodyPr/>
        <a:lstStyle/>
        <a:p>
          <a:endParaRPr lang="en-US"/>
        </a:p>
      </dgm:t>
    </dgm:pt>
    <dgm:pt modelId="{D2AE9CC5-787E-4FF0-9A05-B145E72425A6}">
      <dgm:prSet/>
      <dgm:spPr/>
      <dgm:t>
        <a:bodyPr/>
        <a:lstStyle/>
        <a:p>
          <a:r>
            <a:rPr lang="en-US" b="1" dirty="0"/>
            <a:t>The stakeholders of the company.</a:t>
          </a:r>
          <a:endParaRPr lang="en-US" dirty="0"/>
        </a:p>
      </dgm:t>
    </dgm:pt>
    <dgm:pt modelId="{C96421F0-9046-45B8-BC65-AA0EAA820D4C}" type="parTrans" cxnId="{66212B9F-A738-470A-A3F9-2DC48BCAFF5B}">
      <dgm:prSet/>
      <dgm:spPr/>
      <dgm:t>
        <a:bodyPr/>
        <a:lstStyle/>
        <a:p>
          <a:endParaRPr lang="en-US"/>
        </a:p>
      </dgm:t>
    </dgm:pt>
    <dgm:pt modelId="{958B8A13-973A-409D-9AFD-79B012FCD2CD}" type="sibTrans" cxnId="{66212B9F-A738-470A-A3F9-2DC48BCAFF5B}">
      <dgm:prSet/>
      <dgm:spPr/>
      <dgm:t>
        <a:bodyPr/>
        <a:lstStyle/>
        <a:p>
          <a:endParaRPr lang="en-US"/>
        </a:p>
      </dgm:t>
    </dgm:pt>
    <dgm:pt modelId="{C93F8960-2A67-4239-A644-167AA7EA19AE}">
      <dgm:prSet custT="1"/>
      <dgm:spPr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Business needs: </a:t>
          </a:r>
        </a:p>
      </dgm:t>
    </dgm:pt>
    <dgm:pt modelId="{AF556C40-2F0B-407F-B239-8322B80A4428}" type="parTrans" cxnId="{7191FD02-0381-4816-BAF6-0591D881F5EE}">
      <dgm:prSet/>
      <dgm:spPr/>
      <dgm:t>
        <a:bodyPr/>
        <a:lstStyle/>
        <a:p>
          <a:endParaRPr lang="en-US"/>
        </a:p>
      </dgm:t>
    </dgm:pt>
    <dgm:pt modelId="{E9CE9996-577E-4D77-9B0A-A799183A4693}" type="sibTrans" cxnId="{7191FD02-0381-4816-BAF6-0591D881F5EE}">
      <dgm:prSet/>
      <dgm:spPr/>
      <dgm:t>
        <a:bodyPr/>
        <a:lstStyle/>
        <a:p>
          <a:endParaRPr lang="en-US"/>
        </a:p>
      </dgm:t>
    </dgm:pt>
    <dgm:pt modelId="{FEBA817D-A6E7-43EE-B0FA-D7C790409838}">
      <dgm:prSet/>
      <dgm:spPr/>
      <dgm:t>
        <a:bodyPr/>
        <a:lstStyle/>
        <a:p>
          <a:r>
            <a:rPr lang="en-US" b="1"/>
            <a:t>The name of the company be popular. </a:t>
          </a:r>
          <a:endParaRPr lang="en-US"/>
        </a:p>
      </dgm:t>
    </dgm:pt>
    <dgm:pt modelId="{F9917D79-8FFB-48FB-93C7-3BC6EB288BA9}" type="parTrans" cxnId="{5488894E-6803-4570-96FD-535EEFB98234}">
      <dgm:prSet/>
      <dgm:spPr/>
      <dgm:t>
        <a:bodyPr/>
        <a:lstStyle/>
        <a:p>
          <a:endParaRPr lang="en-US"/>
        </a:p>
      </dgm:t>
    </dgm:pt>
    <dgm:pt modelId="{9A59B134-9FE7-47AA-ABB3-3F3C239F164D}" type="sibTrans" cxnId="{5488894E-6803-4570-96FD-535EEFB98234}">
      <dgm:prSet/>
      <dgm:spPr/>
      <dgm:t>
        <a:bodyPr/>
        <a:lstStyle/>
        <a:p>
          <a:endParaRPr lang="en-US"/>
        </a:p>
      </dgm:t>
    </dgm:pt>
    <dgm:pt modelId="{B4550DD5-95D4-4133-B0B2-1821753609B8}">
      <dgm:prSet/>
      <dgm:spPr/>
      <dgm:t>
        <a:bodyPr/>
        <a:lstStyle/>
        <a:p>
          <a:r>
            <a:rPr lang="en-US" b="1" dirty="0"/>
            <a:t>Increase the rate of sales.</a:t>
          </a:r>
          <a:endParaRPr lang="en-US" dirty="0"/>
        </a:p>
      </dgm:t>
    </dgm:pt>
    <dgm:pt modelId="{47CA31DB-A697-4EFF-BCC2-74C3589E469F}" type="parTrans" cxnId="{ADE9E054-075E-4B42-8D11-8A61EA541655}">
      <dgm:prSet/>
      <dgm:spPr/>
      <dgm:t>
        <a:bodyPr/>
        <a:lstStyle/>
        <a:p>
          <a:endParaRPr lang="en-US"/>
        </a:p>
      </dgm:t>
    </dgm:pt>
    <dgm:pt modelId="{87E2FE1B-5AA4-4D55-B9EB-78BB7627DF30}" type="sibTrans" cxnId="{ADE9E054-075E-4B42-8D11-8A61EA541655}">
      <dgm:prSet/>
      <dgm:spPr/>
      <dgm:t>
        <a:bodyPr/>
        <a:lstStyle/>
        <a:p>
          <a:endParaRPr lang="en-US"/>
        </a:p>
      </dgm:t>
    </dgm:pt>
    <dgm:pt modelId="{D28B0D81-D83F-4724-9FF0-3330F6150F15}">
      <dgm:prSet/>
      <dgm:spPr/>
      <dgm:t>
        <a:bodyPr/>
        <a:lstStyle/>
        <a:p>
          <a:r>
            <a:rPr lang="en-US" b="1"/>
            <a:t>Take the biggest share of the market.</a:t>
          </a:r>
          <a:endParaRPr lang="en-US"/>
        </a:p>
      </dgm:t>
    </dgm:pt>
    <dgm:pt modelId="{7D164982-1A77-4F9E-8769-936898EEAC7B}" type="parTrans" cxnId="{3A1CE6C4-9407-4363-9AFD-FE2F85B4F5BE}">
      <dgm:prSet/>
      <dgm:spPr/>
      <dgm:t>
        <a:bodyPr/>
        <a:lstStyle/>
        <a:p>
          <a:endParaRPr lang="en-US"/>
        </a:p>
      </dgm:t>
    </dgm:pt>
    <dgm:pt modelId="{956EB3AE-FCD8-410C-A1CD-26F49B6A788E}" type="sibTrans" cxnId="{3A1CE6C4-9407-4363-9AFD-FE2F85B4F5BE}">
      <dgm:prSet/>
      <dgm:spPr/>
      <dgm:t>
        <a:bodyPr/>
        <a:lstStyle/>
        <a:p>
          <a:endParaRPr lang="en-US"/>
        </a:p>
      </dgm:t>
    </dgm:pt>
    <dgm:pt modelId="{30EC905E-F077-4F1D-BD08-AF93AA091D18}">
      <dgm:prSet/>
      <dgm:spPr/>
      <dgm:t>
        <a:bodyPr/>
        <a:lstStyle/>
        <a:p>
          <a:r>
            <a:rPr lang="en-US" b="1"/>
            <a:t>The company provide more people with computers.</a:t>
          </a:r>
          <a:endParaRPr lang="en-US"/>
        </a:p>
      </dgm:t>
    </dgm:pt>
    <dgm:pt modelId="{1A6F3647-3065-4240-9096-915BAD57DD16}" type="parTrans" cxnId="{7A668439-F797-4CF7-83AD-0C733DC1B525}">
      <dgm:prSet/>
      <dgm:spPr/>
      <dgm:t>
        <a:bodyPr/>
        <a:lstStyle/>
        <a:p>
          <a:endParaRPr lang="en-US"/>
        </a:p>
      </dgm:t>
    </dgm:pt>
    <dgm:pt modelId="{065BED88-F087-4F99-9FC3-DD04CEE613D7}" type="sibTrans" cxnId="{7A668439-F797-4CF7-83AD-0C733DC1B525}">
      <dgm:prSet/>
      <dgm:spPr/>
      <dgm:t>
        <a:bodyPr/>
        <a:lstStyle/>
        <a:p>
          <a:endParaRPr lang="en-US"/>
        </a:p>
      </dgm:t>
    </dgm:pt>
    <dgm:pt modelId="{F65AB4B2-A775-4217-8C67-2E4F6BE98F54}">
      <dgm:prSet/>
      <dgm:spPr/>
      <dgm:t>
        <a:bodyPr/>
        <a:lstStyle/>
        <a:p>
          <a:r>
            <a:rPr lang="en-US" b="1" dirty="0"/>
            <a:t>The company name spread among youth.</a:t>
          </a:r>
          <a:endParaRPr lang="en-US" dirty="0"/>
        </a:p>
      </dgm:t>
    </dgm:pt>
    <dgm:pt modelId="{1420A7B2-7AA2-4660-88D4-5A592B64EA7C}" type="parTrans" cxnId="{474CA8A4-A190-4F81-8596-AA344214B432}">
      <dgm:prSet/>
      <dgm:spPr/>
      <dgm:t>
        <a:bodyPr/>
        <a:lstStyle/>
        <a:p>
          <a:endParaRPr lang="en-US"/>
        </a:p>
      </dgm:t>
    </dgm:pt>
    <dgm:pt modelId="{234BCC79-2FE2-46C1-B094-B3FDA4E2255A}" type="sibTrans" cxnId="{474CA8A4-A190-4F81-8596-AA344214B432}">
      <dgm:prSet/>
      <dgm:spPr/>
      <dgm:t>
        <a:bodyPr/>
        <a:lstStyle/>
        <a:p>
          <a:endParaRPr lang="en-US"/>
        </a:p>
      </dgm:t>
    </dgm:pt>
    <dgm:pt modelId="{A95EC55D-7AB4-4D77-882B-8386799F0AA6}" type="pres">
      <dgm:prSet presAssocID="{57FB0595-750C-4710-9AE9-4599630DE7D5}" presName="linear" presStyleCnt="0">
        <dgm:presLayoutVars>
          <dgm:animLvl val="lvl"/>
          <dgm:resizeHandles val="exact"/>
        </dgm:presLayoutVars>
      </dgm:prSet>
      <dgm:spPr/>
    </dgm:pt>
    <dgm:pt modelId="{0B709EB5-8A5D-4E5C-9E9E-2C2596FBB2AE}" type="pres">
      <dgm:prSet presAssocID="{3258E39C-15A4-4819-B656-5AED4EBDD8A6}" presName="parentText" presStyleLbl="node1" presStyleIdx="0" presStyleCnt="2">
        <dgm:presLayoutVars>
          <dgm:chMax val="0"/>
          <dgm:bulletEnabled val="1"/>
        </dgm:presLayoutVars>
      </dgm:prSet>
      <dgm:spPr>
        <a:xfrm>
          <a:off x="0" y="54224"/>
          <a:ext cx="10353761" cy="818999"/>
        </a:xfrm>
        <a:prstGeom prst="roundRect">
          <a:avLst/>
        </a:prstGeom>
      </dgm:spPr>
    </dgm:pt>
    <dgm:pt modelId="{BAED613B-3712-4CD0-8667-3CEAAA67486A}" type="pres">
      <dgm:prSet presAssocID="{3258E39C-15A4-4819-B656-5AED4EBDD8A6}" presName="childText" presStyleLbl="revTx" presStyleIdx="0" presStyleCnt="2">
        <dgm:presLayoutVars>
          <dgm:bulletEnabled val="1"/>
        </dgm:presLayoutVars>
      </dgm:prSet>
      <dgm:spPr/>
    </dgm:pt>
    <dgm:pt modelId="{295E3E8D-4A18-41A0-B14B-AD12A561F370}" type="pres">
      <dgm:prSet presAssocID="{C93F8960-2A67-4239-A644-167AA7EA19AE}" presName="parentText" presStyleLbl="node1" presStyleIdx="1" presStyleCnt="2">
        <dgm:presLayoutVars>
          <dgm:chMax val="0"/>
          <dgm:bulletEnabled val="1"/>
        </dgm:presLayoutVars>
      </dgm:prSet>
      <dgm:spPr>
        <a:xfrm>
          <a:off x="0" y="1429019"/>
          <a:ext cx="10353761" cy="821339"/>
        </a:xfrm>
        <a:prstGeom prst="roundRect">
          <a:avLst/>
        </a:prstGeom>
      </dgm:spPr>
    </dgm:pt>
    <dgm:pt modelId="{819B752B-4AFF-4D9B-9F5A-ED3831830FC4}" type="pres">
      <dgm:prSet presAssocID="{C93F8960-2A67-4239-A644-167AA7EA19A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191FD02-0381-4816-BAF6-0591D881F5EE}" srcId="{57FB0595-750C-4710-9AE9-4599630DE7D5}" destId="{C93F8960-2A67-4239-A644-167AA7EA19AE}" srcOrd="1" destOrd="0" parTransId="{AF556C40-2F0B-407F-B239-8322B80A4428}" sibTransId="{E9CE9996-577E-4D77-9B0A-A799183A4693}"/>
    <dgm:cxn modelId="{781DE524-1541-4249-987A-EF2EDDEB53AD}" type="presOf" srcId="{FEBA817D-A6E7-43EE-B0FA-D7C790409838}" destId="{819B752B-4AFF-4D9B-9F5A-ED3831830FC4}" srcOrd="0" destOrd="0" presId="urn:microsoft.com/office/officeart/2005/8/layout/vList2"/>
    <dgm:cxn modelId="{39269D27-FAF4-4C42-B0A3-A4AD316E5E4E}" type="presOf" srcId="{D28B0D81-D83F-4724-9FF0-3330F6150F15}" destId="{819B752B-4AFF-4D9B-9F5A-ED3831830FC4}" srcOrd="0" destOrd="2" presId="urn:microsoft.com/office/officeart/2005/8/layout/vList2"/>
    <dgm:cxn modelId="{19196637-F713-4D8F-8832-B39D1AD7A3B9}" type="presOf" srcId="{F65AB4B2-A775-4217-8C67-2E4F6BE98F54}" destId="{819B752B-4AFF-4D9B-9F5A-ED3831830FC4}" srcOrd="0" destOrd="4" presId="urn:microsoft.com/office/officeart/2005/8/layout/vList2"/>
    <dgm:cxn modelId="{7A668439-F797-4CF7-83AD-0C733DC1B525}" srcId="{C93F8960-2A67-4239-A644-167AA7EA19AE}" destId="{30EC905E-F077-4F1D-BD08-AF93AA091D18}" srcOrd="3" destOrd="0" parTransId="{1A6F3647-3065-4240-9096-915BAD57DD16}" sibTransId="{065BED88-F087-4F99-9FC3-DD04CEE613D7}"/>
    <dgm:cxn modelId="{D065025F-1BF5-46FF-ABFE-32B81F2C751D}" type="presOf" srcId="{57FB0595-750C-4710-9AE9-4599630DE7D5}" destId="{A95EC55D-7AB4-4D77-882B-8386799F0AA6}" srcOrd="0" destOrd="0" presId="urn:microsoft.com/office/officeart/2005/8/layout/vList2"/>
    <dgm:cxn modelId="{5488894E-6803-4570-96FD-535EEFB98234}" srcId="{C93F8960-2A67-4239-A644-167AA7EA19AE}" destId="{FEBA817D-A6E7-43EE-B0FA-D7C790409838}" srcOrd="0" destOrd="0" parTransId="{F9917D79-8FFB-48FB-93C7-3BC6EB288BA9}" sibTransId="{9A59B134-9FE7-47AA-ABB3-3F3C239F164D}"/>
    <dgm:cxn modelId="{ADE9E054-075E-4B42-8D11-8A61EA541655}" srcId="{C93F8960-2A67-4239-A644-167AA7EA19AE}" destId="{B4550DD5-95D4-4133-B0B2-1821753609B8}" srcOrd="1" destOrd="0" parTransId="{47CA31DB-A697-4EFF-BCC2-74C3589E469F}" sibTransId="{87E2FE1B-5AA4-4D55-B9EB-78BB7627DF30}"/>
    <dgm:cxn modelId="{C34CCD98-5BAA-4234-BB18-AB1DA7BA4480}" type="presOf" srcId="{30EC905E-F077-4F1D-BD08-AF93AA091D18}" destId="{819B752B-4AFF-4D9B-9F5A-ED3831830FC4}" srcOrd="0" destOrd="3" presId="urn:microsoft.com/office/officeart/2005/8/layout/vList2"/>
    <dgm:cxn modelId="{66212B9F-A738-470A-A3F9-2DC48BCAFF5B}" srcId="{3258E39C-15A4-4819-B656-5AED4EBDD8A6}" destId="{D2AE9CC5-787E-4FF0-9A05-B145E72425A6}" srcOrd="0" destOrd="0" parTransId="{C96421F0-9046-45B8-BC65-AA0EAA820D4C}" sibTransId="{958B8A13-973A-409D-9AFD-79B012FCD2CD}"/>
    <dgm:cxn modelId="{474CA8A4-A190-4F81-8596-AA344214B432}" srcId="{C93F8960-2A67-4239-A644-167AA7EA19AE}" destId="{F65AB4B2-A775-4217-8C67-2E4F6BE98F54}" srcOrd="4" destOrd="0" parTransId="{1420A7B2-7AA2-4660-88D4-5A592B64EA7C}" sibTransId="{234BCC79-2FE2-46C1-B094-B3FDA4E2255A}"/>
    <dgm:cxn modelId="{C89060AD-3665-499C-9117-2E6626D63AC7}" type="presOf" srcId="{3258E39C-15A4-4819-B656-5AED4EBDD8A6}" destId="{0B709EB5-8A5D-4E5C-9E9E-2C2596FBB2AE}" srcOrd="0" destOrd="0" presId="urn:microsoft.com/office/officeart/2005/8/layout/vList2"/>
    <dgm:cxn modelId="{3A1CE6C4-9407-4363-9AFD-FE2F85B4F5BE}" srcId="{C93F8960-2A67-4239-A644-167AA7EA19AE}" destId="{D28B0D81-D83F-4724-9FF0-3330F6150F15}" srcOrd="2" destOrd="0" parTransId="{7D164982-1A77-4F9E-8769-936898EEAC7B}" sibTransId="{956EB3AE-FCD8-410C-A1CD-26F49B6A788E}"/>
    <dgm:cxn modelId="{2541D4D1-97B8-417E-B8BA-15B20EAAC776}" type="presOf" srcId="{B4550DD5-95D4-4133-B0B2-1821753609B8}" destId="{819B752B-4AFF-4D9B-9F5A-ED3831830FC4}" srcOrd="0" destOrd="1" presId="urn:microsoft.com/office/officeart/2005/8/layout/vList2"/>
    <dgm:cxn modelId="{66D4CAD5-8058-45FC-9BF4-78DF27394BF2}" srcId="{57FB0595-750C-4710-9AE9-4599630DE7D5}" destId="{3258E39C-15A4-4819-B656-5AED4EBDD8A6}" srcOrd="0" destOrd="0" parTransId="{FCC7E224-B485-423E-A2D2-CE2871804BC5}" sibTransId="{1BF140C0-6712-4A9B-8003-CEDC76201124}"/>
    <dgm:cxn modelId="{58CEC1F2-3279-455F-BF45-126D0D3375C1}" type="presOf" srcId="{D2AE9CC5-787E-4FF0-9A05-B145E72425A6}" destId="{BAED613B-3712-4CD0-8667-3CEAAA67486A}" srcOrd="0" destOrd="0" presId="urn:microsoft.com/office/officeart/2005/8/layout/vList2"/>
    <dgm:cxn modelId="{8983F2FC-B114-4B63-9DCA-3D99C4F634CE}" type="presOf" srcId="{C93F8960-2A67-4239-A644-167AA7EA19AE}" destId="{295E3E8D-4A18-41A0-B14B-AD12A561F370}" srcOrd="0" destOrd="0" presId="urn:microsoft.com/office/officeart/2005/8/layout/vList2"/>
    <dgm:cxn modelId="{9D0E8CA5-B088-423D-B86B-A814BF2F092F}" type="presParOf" srcId="{A95EC55D-7AB4-4D77-882B-8386799F0AA6}" destId="{0B709EB5-8A5D-4E5C-9E9E-2C2596FBB2AE}" srcOrd="0" destOrd="0" presId="urn:microsoft.com/office/officeart/2005/8/layout/vList2"/>
    <dgm:cxn modelId="{7C2DC103-CECA-4BEB-BE6A-510AA204D760}" type="presParOf" srcId="{A95EC55D-7AB4-4D77-882B-8386799F0AA6}" destId="{BAED613B-3712-4CD0-8667-3CEAAA67486A}" srcOrd="1" destOrd="0" presId="urn:microsoft.com/office/officeart/2005/8/layout/vList2"/>
    <dgm:cxn modelId="{673FA114-9A9B-4BE3-8A6D-CBB6E9A87B16}" type="presParOf" srcId="{A95EC55D-7AB4-4D77-882B-8386799F0AA6}" destId="{295E3E8D-4A18-41A0-B14B-AD12A561F370}" srcOrd="2" destOrd="0" presId="urn:microsoft.com/office/officeart/2005/8/layout/vList2"/>
    <dgm:cxn modelId="{FF250D9C-D1FA-45BF-99EB-95927E69A5B2}" type="presParOf" srcId="{A95EC55D-7AB4-4D77-882B-8386799F0AA6}" destId="{819B752B-4AFF-4D9B-9F5A-ED3831830FC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BCDDB5-5757-435E-ADAE-4EBD6495E350}" type="doc">
      <dgm:prSet loTypeId="urn:microsoft.com/office/officeart/2005/8/layout/vList2" loCatId="list" qsTypeId="urn:microsoft.com/office/officeart/2005/8/quickstyle/simple1" qsCatId="simple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30D32999-73DC-4E1B-B13F-41BBC32E0000}">
      <dgm:prSet/>
      <dgm:spPr/>
      <dgm:t>
        <a:bodyPr/>
        <a:lstStyle/>
        <a:p>
          <a:r>
            <a:rPr lang="en-US" b="1" dirty="0"/>
            <a:t>Business requirements:</a:t>
          </a:r>
          <a:endParaRPr lang="en-US" dirty="0"/>
        </a:p>
      </dgm:t>
    </dgm:pt>
    <dgm:pt modelId="{80650487-75E9-4882-AB57-FCEC7004BFCB}" type="parTrans" cxnId="{AEB4A777-585D-46C1-999B-3FE41A4357B9}">
      <dgm:prSet/>
      <dgm:spPr/>
      <dgm:t>
        <a:bodyPr/>
        <a:lstStyle/>
        <a:p>
          <a:endParaRPr lang="en-US"/>
        </a:p>
      </dgm:t>
    </dgm:pt>
    <dgm:pt modelId="{E7638C17-0D38-46C2-BC05-A7CAA4826E15}" type="sibTrans" cxnId="{AEB4A777-585D-46C1-999B-3FE41A4357B9}">
      <dgm:prSet/>
      <dgm:spPr/>
      <dgm:t>
        <a:bodyPr/>
        <a:lstStyle/>
        <a:p>
          <a:endParaRPr lang="en-US"/>
        </a:p>
      </dgm:t>
    </dgm:pt>
    <dgm:pt modelId="{CCD49DF4-755E-4228-A96D-61D6F76BA8FC}">
      <dgm:prSet/>
      <dgm:spPr/>
      <dgm:t>
        <a:bodyPr/>
        <a:lstStyle/>
        <a:p>
          <a:r>
            <a:rPr lang="en-US" b="1" dirty="0"/>
            <a:t>The website visited by more than 30,000 people in the month.</a:t>
          </a:r>
          <a:endParaRPr lang="en-US" dirty="0"/>
        </a:p>
      </dgm:t>
    </dgm:pt>
    <dgm:pt modelId="{F3E80F16-0FB0-4463-A20A-A657F31E390B}" type="parTrans" cxnId="{0D45C531-DCD7-4133-82AB-E82BBB76562F}">
      <dgm:prSet/>
      <dgm:spPr/>
      <dgm:t>
        <a:bodyPr/>
        <a:lstStyle/>
        <a:p>
          <a:endParaRPr lang="en-US"/>
        </a:p>
      </dgm:t>
    </dgm:pt>
    <dgm:pt modelId="{17CB08B2-BA3B-46A3-BD73-8081AC36CD86}" type="sibTrans" cxnId="{0D45C531-DCD7-4133-82AB-E82BBB76562F}">
      <dgm:prSet/>
      <dgm:spPr/>
      <dgm:t>
        <a:bodyPr/>
        <a:lstStyle/>
        <a:p>
          <a:endParaRPr lang="en-US"/>
        </a:p>
      </dgm:t>
    </dgm:pt>
    <dgm:pt modelId="{A54F6689-2E53-4E19-B975-3D86015B67D8}">
      <dgm:prSet/>
      <dgm:spPr/>
      <dgm:t>
        <a:bodyPr/>
        <a:lstStyle/>
        <a:p>
          <a:r>
            <a:rPr lang="en-US" b="1" dirty="0"/>
            <a:t>A database about the customers that buy from us.</a:t>
          </a:r>
          <a:endParaRPr lang="en-US" dirty="0"/>
        </a:p>
      </dgm:t>
    </dgm:pt>
    <dgm:pt modelId="{6725D024-CE6F-487B-AC05-3F0FBDF36A5C}" type="parTrans" cxnId="{26A01CDD-6F4C-4A38-9786-5099AFFBF240}">
      <dgm:prSet/>
      <dgm:spPr/>
      <dgm:t>
        <a:bodyPr/>
        <a:lstStyle/>
        <a:p>
          <a:endParaRPr lang="en-US"/>
        </a:p>
      </dgm:t>
    </dgm:pt>
    <dgm:pt modelId="{0D8B0044-DF73-488E-BCBB-3E515EF1EABB}" type="sibTrans" cxnId="{26A01CDD-6F4C-4A38-9786-5099AFFBF240}">
      <dgm:prSet/>
      <dgm:spPr/>
      <dgm:t>
        <a:bodyPr/>
        <a:lstStyle/>
        <a:p>
          <a:endParaRPr lang="en-US"/>
        </a:p>
      </dgm:t>
    </dgm:pt>
    <dgm:pt modelId="{3A3C7191-9F52-4A46-B56D-0A55ED8DE0FD}">
      <dgm:prSet/>
      <dgm:spPr/>
      <dgm:t>
        <a:bodyPr/>
        <a:lstStyle/>
        <a:p>
          <a:r>
            <a:rPr lang="en-US" b="1" dirty="0"/>
            <a:t>Weekly reports about the most sold products and least ones. </a:t>
          </a:r>
          <a:endParaRPr lang="en-US" dirty="0"/>
        </a:p>
      </dgm:t>
    </dgm:pt>
    <dgm:pt modelId="{05BC72A8-8DEF-4972-9B0E-1405A2604B51}" type="parTrans" cxnId="{06F1DB03-121F-4C8D-91EB-64A116BE7F43}">
      <dgm:prSet/>
      <dgm:spPr/>
      <dgm:t>
        <a:bodyPr/>
        <a:lstStyle/>
        <a:p>
          <a:endParaRPr lang="en-US"/>
        </a:p>
      </dgm:t>
    </dgm:pt>
    <dgm:pt modelId="{79EB0801-489D-44F7-9158-70753026A469}" type="sibTrans" cxnId="{06F1DB03-121F-4C8D-91EB-64A116BE7F43}">
      <dgm:prSet/>
      <dgm:spPr/>
      <dgm:t>
        <a:bodyPr/>
        <a:lstStyle/>
        <a:p>
          <a:endParaRPr lang="en-US"/>
        </a:p>
      </dgm:t>
    </dgm:pt>
    <dgm:pt modelId="{18508168-96AF-42F2-8DE2-56EDAA8AEF28}">
      <dgm:prSet/>
      <dgm:spPr/>
      <dgm:t>
        <a:bodyPr/>
        <a:lstStyle/>
        <a:p>
          <a:r>
            <a:rPr lang="en-US" b="1" dirty="0"/>
            <a:t>Questionnaires for the visitors to know their opinions about our services.</a:t>
          </a:r>
          <a:endParaRPr lang="en-US" dirty="0"/>
        </a:p>
      </dgm:t>
    </dgm:pt>
    <dgm:pt modelId="{0DB1903A-C9A6-4269-B27C-B28C05D21E0F}" type="parTrans" cxnId="{998D4909-CFA1-4578-8D56-0819FCEB8E82}">
      <dgm:prSet/>
      <dgm:spPr/>
      <dgm:t>
        <a:bodyPr/>
        <a:lstStyle/>
        <a:p>
          <a:endParaRPr lang="en-US"/>
        </a:p>
      </dgm:t>
    </dgm:pt>
    <dgm:pt modelId="{5A8FFBDF-03EE-44F9-8A7D-C03578AECDCF}" type="sibTrans" cxnId="{998D4909-CFA1-4578-8D56-0819FCEB8E82}">
      <dgm:prSet/>
      <dgm:spPr/>
      <dgm:t>
        <a:bodyPr/>
        <a:lstStyle/>
        <a:p>
          <a:endParaRPr lang="en-US"/>
        </a:p>
      </dgm:t>
    </dgm:pt>
    <dgm:pt modelId="{C54CA605-DDA3-47CA-9316-BF7CDB15E73E}">
      <dgm:prSet/>
      <dgm:spPr/>
      <dgm:t>
        <a:bodyPr/>
        <a:lstStyle/>
        <a:p>
          <a:r>
            <a:rPr lang="en-US" b="1"/>
            <a:t>The website should be secured and avoid failing.</a:t>
          </a:r>
          <a:endParaRPr lang="en-US"/>
        </a:p>
      </dgm:t>
    </dgm:pt>
    <dgm:pt modelId="{918E11FD-7788-4830-A07B-0CE3C19440ED}" type="parTrans" cxnId="{F305EF5F-BFB2-4415-A0A7-27A5155D94FE}">
      <dgm:prSet/>
      <dgm:spPr/>
      <dgm:t>
        <a:bodyPr/>
        <a:lstStyle/>
        <a:p>
          <a:endParaRPr lang="en-US"/>
        </a:p>
      </dgm:t>
    </dgm:pt>
    <dgm:pt modelId="{0CB628E2-2B4A-495B-BF9D-9000157EE82F}" type="sibTrans" cxnId="{F305EF5F-BFB2-4415-A0A7-27A5155D94FE}">
      <dgm:prSet/>
      <dgm:spPr/>
      <dgm:t>
        <a:bodyPr/>
        <a:lstStyle/>
        <a:p>
          <a:endParaRPr lang="en-US"/>
        </a:p>
      </dgm:t>
    </dgm:pt>
    <dgm:pt modelId="{3D4D43F3-B26C-46AF-BA2E-BAEC7A112538}">
      <dgm:prSet/>
      <dgm:spPr/>
      <dgm:t>
        <a:bodyPr/>
        <a:lstStyle/>
        <a:p>
          <a:r>
            <a:rPr lang="en-US" b="1"/>
            <a:t>The website should be provided with customer service.</a:t>
          </a:r>
          <a:endParaRPr lang="en-US"/>
        </a:p>
      </dgm:t>
    </dgm:pt>
    <dgm:pt modelId="{66E92C38-FDAD-420F-8670-8B9469E3F38D}" type="parTrans" cxnId="{88471BCB-9088-45DE-ADA0-7CC34F1DD218}">
      <dgm:prSet/>
      <dgm:spPr/>
      <dgm:t>
        <a:bodyPr/>
        <a:lstStyle/>
        <a:p>
          <a:endParaRPr lang="en-US"/>
        </a:p>
      </dgm:t>
    </dgm:pt>
    <dgm:pt modelId="{DE1D7A9A-24F7-4F29-AEB9-E3E4F4887C30}" type="sibTrans" cxnId="{88471BCB-9088-45DE-ADA0-7CC34F1DD218}">
      <dgm:prSet/>
      <dgm:spPr/>
      <dgm:t>
        <a:bodyPr/>
        <a:lstStyle/>
        <a:p>
          <a:endParaRPr lang="en-US"/>
        </a:p>
      </dgm:t>
    </dgm:pt>
    <dgm:pt modelId="{597A28DA-8710-419A-9126-2335B21AC628}" type="pres">
      <dgm:prSet presAssocID="{E4BCDDB5-5757-435E-ADAE-4EBD6495E350}" presName="linear" presStyleCnt="0">
        <dgm:presLayoutVars>
          <dgm:animLvl val="lvl"/>
          <dgm:resizeHandles val="exact"/>
        </dgm:presLayoutVars>
      </dgm:prSet>
      <dgm:spPr/>
    </dgm:pt>
    <dgm:pt modelId="{6FCF51C9-CD34-4F2D-BF53-C509DD8D058A}" type="pres">
      <dgm:prSet presAssocID="{30D32999-73DC-4E1B-B13F-41BBC32E000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777DC06-1363-4E27-93DC-FCA08B5B3505}" type="pres">
      <dgm:prSet presAssocID="{30D32999-73DC-4E1B-B13F-41BBC32E000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FD7CE01-AEF5-4608-BC26-6B5C9CF23635}" type="presOf" srcId="{CCD49DF4-755E-4228-A96D-61D6F76BA8FC}" destId="{7777DC06-1363-4E27-93DC-FCA08B5B3505}" srcOrd="0" destOrd="0" presId="urn:microsoft.com/office/officeart/2005/8/layout/vList2"/>
    <dgm:cxn modelId="{06F1DB03-121F-4C8D-91EB-64A116BE7F43}" srcId="{30D32999-73DC-4E1B-B13F-41BBC32E0000}" destId="{3A3C7191-9F52-4A46-B56D-0A55ED8DE0FD}" srcOrd="2" destOrd="0" parTransId="{05BC72A8-8DEF-4972-9B0E-1405A2604B51}" sibTransId="{79EB0801-489D-44F7-9158-70753026A469}"/>
    <dgm:cxn modelId="{998D4909-CFA1-4578-8D56-0819FCEB8E82}" srcId="{30D32999-73DC-4E1B-B13F-41BBC32E0000}" destId="{18508168-96AF-42F2-8DE2-56EDAA8AEF28}" srcOrd="3" destOrd="0" parTransId="{0DB1903A-C9A6-4269-B27C-B28C05D21E0F}" sibTransId="{5A8FFBDF-03EE-44F9-8A7D-C03578AECDCF}"/>
    <dgm:cxn modelId="{542C6D0A-F829-4D40-90F9-A3B16D0F6385}" type="presOf" srcId="{E4BCDDB5-5757-435E-ADAE-4EBD6495E350}" destId="{597A28DA-8710-419A-9126-2335B21AC628}" srcOrd="0" destOrd="0" presId="urn:microsoft.com/office/officeart/2005/8/layout/vList2"/>
    <dgm:cxn modelId="{28B35A11-F1F1-48F1-B937-80D2A257521D}" type="presOf" srcId="{3A3C7191-9F52-4A46-B56D-0A55ED8DE0FD}" destId="{7777DC06-1363-4E27-93DC-FCA08B5B3505}" srcOrd="0" destOrd="2" presId="urn:microsoft.com/office/officeart/2005/8/layout/vList2"/>
    <dgm:cxn modelId="{0D45C531-DCD7-4133-82AB-E82BBB76562F}" srcId="{30D32999-73DC-4E1B-B13F-41BBC32E0000}" destId="{CCD49DF4-755E-4228-A96D-61D6F76BA8FC}" srcOrd="0" destOrd="0" parTransId="{F3E80F16-0FB0-4463-A20A-A657F31E390B}" sibTransId="{17CB08B2-BA3B-46A3-BD73-8081AC36CD86}"/>
    <dgm:cxn modelId="{77F92E36-8526-4629-9AA3-440230B9D234}" type="presOf" srcId="{A54F6689-2E53-4E19-B975-3D86015B67D8}" destId="{7777DC06-1363-4E27-93DC-FCA08B5B3505}" srcOrd="0" destOrd="1" presId="urn:microsoft.com/office/officeart/2005/8/layout/vList2"/>
    <dgm:cxn modelId="{F305EF5F-BFB2-4415-A0A7-27A5155D94FE}" srcId="{30D32999-73DC-4E1B-B13F-41BBC32E0000}" destId="{C54CA605-DDA3-47CA-9316-BF7CDB15E73E}" srcOrd="4" destOrd="0" parTransId="{918E11FD-7788-4830-A07B-0CE3C19440ED}" sibTransId="{0CB628E2-2B4A-495B-BF9D-9000157EE82F}"/>
    <dgm:cxn modelId="{AEB4A777-585D-46C1-999B-3FE41A4357B9}" srcId="{E4BCDDB5-5757-435E-ADAE-4EBD6495E350}" destId="{30D32999-73DC-4E1B-B13F-41BBC32E0000}" srcOrd="0" destOrd="0" parTransId="{80650487-75E9-4882-AB57-FCEC7004BFCB}" sibTransId="{E7638C17-0D38-46C2-BC05-A7CAA4826E15}"/>
    <dgm:cxn modelId="{67623C86-DAD4-43B0-8CE7-2D2B366BB0B3}" type="presOf" srcId="{18508168-96AF-42F2-8DE2-56EDAA8AEF28}" destId="{7777DC06-1363-4E27-93DC-FCA08B5B3505}" srcOrd="0" destOrd="3" presId="urn:microsoft.com/office/officeart/2005/8/layout/vList2"/>
    <dgm:cxn modelId="{84807CA3-8EC9-4A39-9A64-6C9ED0A39B07}" type="presOf" srcId="{30D32999-73DC-4E1B-B13F-41BBC32E0000}" destId="{6FCF51C9-CD34-4F2D-BF53-C509DD8D058A}" srcOrd="0" destOrd="0" presId="urn:microsoft.com/office/officeart/2005/8/layout/vList2"/>
    <dgm:cxn modelId="{9AADBBC1-536D-47BD-A499-749AB87905FB}" type="presOf" srcId="{C54CA605-DDA3-47CA-9316-BF7CDB15E73E}" destId="{7777DC06-1363-4E27-93DC-FCA08B5B3505}" srcOrd="0" destOrd="4" presId="urn:microsoft.com/office/officeart/2005/8/layout/vList2"/>
    <dgm:cxn modelId="{88471BCB-9088-45DE-ADA0-7CC34F1DD218}" srcId="{30D32999-73DC-4E1B-B13F-41BBC32E0000}" destId="{3D4D43F3-B26C-46AF-BA2E-BAEC7A112538}" srcOrd="5" destOrd="0" parTransId="{66E92C38-FDAD-420F-8670-8B9469E3F38D}" sibTransId="{DE1D7A9A-24F7-4F29-AEB9-E3E4F4887C30}"/>
    <dgm:cxn modelId="{47AD8ECC-0D1F-446A-A8BD-FBB751DD2A1D}" type="presOf" srcId="{3D4D43F3-B26C-46AF-BA2E-BAEC7A112538}" destId="{7777DC06-1363-4E27-93DC-FCA08B5B3505}" srcOrd="0" destOrd="5" presId="urn:microsoft.com/office/officeart/2005/8/layout/vList2"/>
    <dgm:cxn modelId="{26A01CDD-6F4C-4A38-9786-5099AFFBF240}" srcId="{30D32999-73DC-4E1B-B13F-41BBC32E0000}" destId="{A54F6689-2E53-4E19-B975-3D86015B67D8}" srcOrd="1" destOrd="0" parTransId="{6725D024-CE6F-487B-AC05-3F0FBDF36A5C}" sibTransId="{0D8B0044-DF73-488E-BCBB-3E515EF1EABB}"/>
    <dgm:cxn modelId="{C9E38414-C911-482B-B675-76FDFE9B1675}" type="presParOf" srcId="{597A28DA-8710-419A-9126-2335B21AC628}" destId="{6FCF51C9-CD34-4F2D-BF53-C509DD8D058A}" srcOrd="0" destOrd="0" presId="urn:microsoft.com/office/officeart/2005/8/layout/vList2"/>
    <dgm:cxn modelId="{A8AE0F1D-1100-4931-96A8-6CE40DC0813E}" type="presParOf" srcId="{597A28DA-8710-419A-9126-2335B21AC628}" destId="{7777DC06-1363-4E27-93DC-FCA08B5B350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29179F-DC50-44F8-AB20-2EDE0D9F39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96B10C-7BDD-4406-9692-4DC8039116D4}">
      <dgm:prSet custT="1"/>
      <dgm:spPr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Business value:</a:t>
          </a:r>
        </a:p>
      </dgm:t>
    </dgm:pt>
    <dgm:pt modelId="{7885AF04-475A-4070-B626-6C1533040D30}" type="parTrans" cxnId="{4B6076D2-C79A-4206-B95A-664EF63FCB9E}">
      <dgm:prSet/>
      <dgm:spPr/>
      <dgm:t>
        <a:bodyPr/>
        <a:lstStyle/>
        <a:p>
          <a:endParaRPr lang="en-US"/>
        </a:p>
      </dgm:t>
    </dgm:pt>
    <dgm:pt modelId="{226648C3-379D-436D-8094-473E98FA1337}" type="sibTrans" cxnId="{4B6076D2-C79A-4206-B95A-664EF63FCB9E}">
      <dgm:prSet/>
      <dgm:spPr/>
      <dgm:t>
        <a:bodyPr/>
        <a:lstStyle/>
        <a:p>
          <a:endParaRPr lang="en-US"/>
        </a:p>
      </dgm:t>
    </dgm:pt>
    <dgm:pt modelId="{009B5D0C-6E21-4DF9-8AA8-B8898959434B}">
      <dgm:prSet custT="1"/>
      <dgm:spPr/>
      <dgm:t>
        <a:bodyPr/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Ease the way of selling the products.</a:t>
          </a:r>
        </a:p>
      </dgm:t>
    </dgm:pt>
    <dgm:pt modelId="{4E96052E-494C-4C91-8EFD-75B07E8521A7}" type="parTrans" cxnId="{6B678448-5DF5-4267-911F-96D5C8DA6B4C}">
      <dgm:prSet/>
      <dgm:spPr/>
      <dgm:t>
        <a:bodyPr/>
        <a:lstStyle/>
        <a:p>
          <a:endParaRPr lang="en-US"/>
        </a:p>
      </dgm:t>
    </dgm:pt>
    <dgm:pt modelId="{710C43EB-D966-49CE-AFAE-0F3E5BB95506}" type="sibTrans" cxnId="{6B678448-5DF5-4267-911F-96D5C8DA6B4C}">
      <dgm:prSet/>
      <dgm:spPr/>
      <dgm:t>
        <a:bodyPr/>
        <a:lstStyle/>
        <a:p>
          <a:endParaRPr lang="en-US"/>
        </a:p>
      </dgm:t>
    </dgm:pt>
    <dgm:pt modelId="{1AAC894B-4DB1-44D5-A9EA-554115DE8B9F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The website will increase our sales rate.</a:t>
          </a:r>
        </a:p>
      </dgm:t>
    </dgm:pt>
    <dgm:pt modelId="{5C19909E-3A7E-4F34-A0C0-BD7D35E2B47C}" type="parTrans" cxnId="{39974496-FD9B-4AF3-8336-ACB8DAC1C56C}">
      <dgm:prSet/>
      <dgm:spPr/>
      <dgm:t>
        <a:bodyPr/>
        <a:lstStyle/>
        <a:p>
          <a:endParaRPr lang="en-US"/>
        </a:p>
      </dgm:t>
    </dgm:pt>
    <dgm:pt modelId="{D63AFA9C-E6DA-4CE8-9601-12854EF6C9A7}" type="sibTrans" cxnId="{39974496-FD9B-4AF3-8336-ACB8DAC1C56C}">
      <dgm:prSet/>
      <dgm:spPr/>
      <dgm:t>
        <a:bodyPr/>
        <a:lstStyle/>
        <a:p>
          <a:endParaRPr lang="en-US"/>
        </a:p>
      </dgm:t>
    </dgm:pt>
    <dgm:pt modelId="{44BEDE65-6651-4F9F-9ECA-A38EA718EBB3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Take a share from the online shopping in this field.</a:t>
          </a:r>
        </a:p>
      </dgm:t>
    </dgm:pt>
    <dgm:pt modelId="{F7173C7A-ED94-45B1-8BD3-6DE9A8E0C486}" type="parTrans" cxnId="{92D27C20-AFA3-45E6-A96E-6D8B6137B9C7}">
      <dgm:prSet/>
      <dgm:spPr/>
      <dgm:t>
        <a:bodyPr/>
        <a:lstStyle/>
        <a:p>
          <a:endParaRPr lang="en-US"/>
        </a:p>
      </dgm:t>
    </dgm:pt>
    <dgm:pt modelId="{CB059830-191C-4CF8-B70C-5CDE8EAA39F1}" type="sibTrans" cxnId="{92D27C20-AFA3-45E6-A96E-6D8B6137B9C7}">
      <dgm:prSet/>
      <dgm:spPr/>
      <dgm:t>
        <a:bodyPr/>
        <a:lstStyle/>
        <a:p>
          <a:endParaRPr lang="en-US"/>
        </a:p>
      </dgm:t>
    </dgm:pt>
    <dgm:pt modelId="{C62DB4ED-9FC0-41B2-AC9E-7FF9095E34A9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Raise our reputation in fixing the computer and its supply.</a:t>
          </a:r>
        </a:p>
      </dgm:t>
    </dgm:pt>
    <dgm:pt modelId="{346F88B5-3E53-42FB-816F-5BFD16F371F9}" type="parTrans" cxnId="{BC724683-FB67-404D-A978-CC2BB4775699}">
      <dgm:prSet/>
      <dgm:spPr/>
      <dgm:t>
        <a:bodyPr/>
        <a:lstStyle/>
        <a:p>
          <a:endParaRPr lang="en-US"/>
        </a:p>
      </dgm:t>
    </dgm:pt>
    <dgm:pt modelId="{74424BDD-7C0E-4E13-AA7F-CE7224BF6B3D}" type="sibTrans" cxnId="{BC724683-FB67-404D-A978-CC2BB4775699}">
      <dgm:prSet/>
      <dgm:spPr/>
      <dgm:t>
        <a:bodyPr/>
        <a:lstStyle/>
        <a:p>
          <a:endParaRPr lang="en-US"/>
        </a:p>
      </dgm:t>
    </dgm:pt>
    <dgm:pt modelId="{179C5F3F-433D-44B0-9BA2-674845389912}">
      <dgm:prSet custT="1"/>
      <dgm:spPr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Special issue:</a:t>
          </a:r>
        </a:p>
      </dgm:t>
    </dgm:pt>
    <dgm:pt modelId="{B5E52409-F4BE-4962-A1E2-5FF25FAFE91B}" type="parTrans" cxnId="{5009F74D-13C4-4D48-A3C8-67D7B13CAA39}">
      <dgm:prSet/>
      <dgm:spPr/>
      <dgm:t>
        <a:bodyPr/>
        <a:lstStyle/>
        <a:p>
          <a:endParaRPr lang="en-US"/>
        </a:p>
      </dgm:t>
    </dgm:pt>
    <dgm:pt modelId="{1EA92860-B74E-4A73-933A-1EB853D4CE3E}" type="sibTrans" cxnId="{5009F74D-13C4-4D48-A3C8-67D7B13CAA39}">
      <dgm:prSet/>
      <dgm:spPr/>
      <dgm:t>
        <a:bodyPr/>
        <a:lstStyle/>
        <a:p>
          <a:endParaRPr lang="en-US"/>
        </a:p>
      </dgm:t>
    </dgm:pt>
    <dgm:pt modelId="{894A7FB9-5727-4E07-A2AE-E2AE049DAF3B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Deadline on 10th of December.</a:t>
          </a:r>
        </a:p>
      </dgm:t>
    </dgm:pt>
    <dgm:pt modelId="{2C77E8D2-B5D4-4DF5-8AD2-70FBCB29044F}" type="parTrans" cxnId="{783DF711-A612-414D-9BB6-9136C11EFFC2}">
      <dgm:prSet/>
      <dgm:spPr/>
      <dgm:t>
        <a:bodyPr/>
        <a:lstStyle/>
        <a:p>
          <a:endParaRPr lang="en-US"/>
        </a:p>
      </dgm:t>
    </dgm:pt>
    <dgm:pt modelId="{22D995CF-59BF-493E-9D28-F388AD8F8884}" type="sibTrans" cxnId="{783DF711-A612-414D-9BB6-9136C11EFFC2}">
      <dgm:prSet/>
      <dgm:spPr/>
      <dgm:t>
        <a:bodyPr/>
        <a:lstStyle/>
        <a:p>
          <a:endParaRPr lang="en-US"/>
        </a:p>
      </dgm:t>
    </dgm:pt>
    <dgm:pt modelId="{683558FD-2558-4423-B8C0-CCB6FF67743B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System can be visited by more than 10,000 people in the same time.</a:t>
          </a:r>
        </a:p>
      </dgm:t>
    </dgm:pt>
    <dgm:pt modelId="{193753BA-1821-42CF-B788-5624606B1C4C}" type="parTrans" cxnId="{C1B3A77B-3442-47F1-8B22-491C58B3C46D}">
      <dgm:prSet/>
      <dgm:spPr/>
      <dgm:t>
        <a:bodyPr/>
        <a:lstStyle/>
        <a:p>
          <a:endParaRPr lang="en-US"/>
        </a:p>
      </dgm:t>
    </dgm:pt>
    <dgm:pt modelId="{0D283F27-E4C9-4853-899B-A2A4C16B9022}" type="sibTrans" cxnId="{C1B3A77B-3442-47F1-8B22-491C58B3C46D}">
      <dgm:prSet/>
      <dgm:spPr/>
      <dgm:t>
        <a:bodyPr/>
        <a:lstStyle/>
        <a:p>
          <a:endParaRPr lang="en-US"/>
        </a:p>
      </dgm:t>
    </dgm:pt>
    <dgm:pt modelId="{420232F8-8C75-4D77-B1D8-D68255CB4A6B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US" sz="2700" b="1" kern="1200" dirty="0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latin typeface="Rockwell" panose="02060603020205020403"/>
            <a:ea typeface="+mn-ea"/>
            <a:cs typeface="+mn-cs"/>
          </a:endParaRPr>
        </a:p>
      </dgm:t>
    </dgm:pt>
    <dgm:pt modelId="{C8CBDF68-8AFF-49BF-B773-AC2207CC00F6}" type="parTrans" cxnId="{F9659D11-28CD-4DB8-A609-B529D60F6CCB}">
      <dgm:prSet/>
      <dgm:spPr/>
      <dgm:t>
        <a:bodyPr/>
        <a:lstStyle/>
        <a:p>
          <a:endParaRPr lang="en-US"/>
        </a:p>
      </dgm:t>
    </dgm:pt>
    <dgm:pt modelId="{795B9EE4-DB3F-49DD-9B9C-76A967745835}" type="sibTrans" cxnId="{F9659D11-28CD-4DB8-A609-B529D60F6CCB}">
      <dgm:prSet/>
      <dgm:spPr/>
      <dgm:t>
        <a:bodyPr/>
        <a:lstStyle/>
        <a:p>
          <a:endParaRPr lang="en-US"/>
        </a:p>
      </dgm:t>
    </dgm:pt>
    <dgm:pt modelId="{3D4335F6-1A5A-4CBF-819B-952C72101A8F}">
      <dgm:prSet/>
      <dgm:spPr/>
      <dgm:t>
        <a:bodyPr/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</a:pPr>
          <a:endParaRPr lang="en-US" sz="2000" kern="1200"/>
        </a:p>
      </dgm:t>
    </dgm:pt>
    <dgm:pt modelId="{B43433A9-AA85-4471-A26B-FCB24DCAF97D}" type="parTrans" cxnId="{65AE47A3-C62E-467A-BCF1-094C872CB238}">
      <dgm:prSet/>
      <dgm:spPr/>
      <dgm:t>
        <a:bodyPr/>
        <a:lstStyle/>
        <a:p>
          <a:endParaRPr lang="en-US"/>
        </a:p>
      </dgm:t>
    </dgm:pt>
    <dgm:pt modelId="{A37A229C-091E-4D60-ADF0-E2BD431C1EC0}" type="sibTrans" cxnId="{65AE47A3-C62E-467A-BCF1-094C872CB238}">
      <dgm:prSet/>
      <dgm:spPr/>
      <dgm:t>
        <a:bodyPr/>
        <a:lstStyle/>
        <a:p>
          <a:endParaRPr lang="en-US"/>
        </a:p>
      </dgm:t>
    </dgm:pt>
    <dgm:pt modelId="{42F28799-F16F-4CBA-893D-CC890A207A7F}">
      <dgm:prSet custT="1"/>
      <dgm:spPr/>
      <dgm:t>
        <a:bodyPr/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700" b="1" kern="1200" dirty="0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latin typeface="Rockwell" panose="02060603020205020403"/>
            <a:ea typeface="+mn-ea"/>
            <a:cs typeface="+mn-cs"/>
          </a:endParaRPr>
        </a:p>
      </dgm:t>
    </dgm:pt>
    <dgm:pt modelId="{1642E0B4-BD12-43F1-AE97-72E3110565A7}" type="parTrans" cxnId="{9C80A239-B2E6-4FF7-A2EE-6459E2AC64F6}">
      <dgm:prSet/>
      <dgm:spPr/>
      <dgm:t>
        <a:bodyPr/>
        <a:lstStyle/>
        <a:p>
          <a:endParaRPr lang="en-US"/>
        </a:p>
      </dgm:t>
    </dgm:pt>
    <dgm:pt modelId="{FE8D7214-4F03-4D59-9F46-D5CC051917C8}" type="sibTrans" cxnId="{9C80A239-B2E6-4FF7-A2EE-6459E2AC64F6}">
      <dgm:prSet/>
      <dgm:spPr/>
      <dgm:t>
        <a:bodyPr/>
        <a:lstStyle/>
        <a:p>
          <a:endParaRPr lang="en-US"/>
        </a:p>
      </dgm:t>
    </dgm:pt>
    <dgm:pt modelId="{C2E0709A-8EEF-428C-AC7E-989C8E302EAE}" type="pres">
      <dgm:prSet presAssocID="{8D29179F-DC50-44F8-AB20-2EDE0D9F39CF}" presName="linear" presStyleCnt="0">
        <dgm:presLayoutVars>
          <dgm:animLvl val="lvl"/>
          <dgm:resizeHandles val="exact"/>
        </dgm:presLayoutVars>
      </dgm:prSet>
      <dgm:spPr/>
    </dgm:pt>
    <dgm:pt modelId="{C2CFCDF5-380E-4CF8-8EFD-84900DB8E2FE}" type="pres">
      <dgm:prSet presAssocID="{F296B10C-7BDD-4406-9692-4DC8039116D4}" presName="parentText" presStyleLbl="node1" presStyleIdx="0" presStyleCnt="2">
        <dgm:presLayoutVars>
          <dgm:chMax val="0"/>
          <dgm:bulletEnabled val="1"/>
        </dgm:presLayoutVars>
      </dgm:prSet>
      <dgm:spPr>
        <a:xfrm>
          <a:off x="0" y="30558"/>
          <a:ext cx="10353761" cy="821339"/>
        </a:xfrm>
        <a:prstGeom prst="roundRect">
          <a:avLst/>
        </a:prstGeom>
      </dgm:spPr>
    </dgm:pt>
    <dgm:pt modelId="{4C666DE9-EEA2-464F-9137-3ACCF8382AA4}" type="pres">
      <dgm:prSet presAssocID="{F296B10C-7BDD-4406-9692-4DC8039116D4}" presName="childText" presStyleLbl="revTx" presStyleIdx="0" presStyleCnt="2">
        <dgm:presLayoutVars>
          <dgm:bulletEnabled val="1"/>
        </dgm:presLayoutVars>
      </dgm:prSet>
      <dgm:spPr/>
    </dgm:pt>
    <dgm:pt modelId="{D39BA458-5AD3-486A-818E-21031EA819FC}" type="pres">
      <dgm:prSet presAssocID="{179C5F3F-433D-44B0-9BA2-674845389912}" presName="parentText" presStyleLbl="node1" presStyleIdx="1" presStyleCnt="2">
        <dgm:presLayoutVars>
          <dgm:chMax val="0"/>
          <dgm:bulletEnabled val="1"/>
        </dgm:presLayoutVars>
      </dgm:prSet>
      <dgm:spPr>
        <a:xfrm>
          <a:off x="0" y="2170488"/>
          <a:ext cx="10353761" cy="821339"/>
        </a:xfrm>
        <a:prstGeom prst="roundRect">
          <a:avLst/>
        </a:prstGeom>
      </dgm:spPr>
    </dgm:pt>
    <dgm:pt modelId="{7F9C4860-8FBC-4F27-8D8A-E07569947B3F}" type="pres">
      <dgm:prSet presAssocID="{179C5F3F-433D-44B0-9BA2-67484538991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9659D11-28CD-4DB8-A609-B529D60F6CCB}" srcId="{179C5F3F-433D-44B0-9BA2-674845389912}" destId="{420232F8-8C75-4D77-B1D8-D68255CB4A6B}" srcOrd="0" destOrd="0" parTransId="{C8CBDF68-8AFF-49BF-B773-AC2207CC00F6}" sibTransId="{795B9EE4-DB3F-49DD-9B9C-76A967745835}"/>
    <dgm:cxn modelId="{783DF711-A612-414D-9BB6-9136C11EFFC2}" srcId="{179C5F3F-433D-44B0-9BA2-674845389912}" destId="{894A7FB9-5727-4E07-A2AE-E2AE049DAF3B}" srcOrd="1" destOrd="0" parTransId="{2C77E8D2-B5D4-4DF5-8AD2-70FBCB29044F}" sibTransId="{22D995CF-59BF-493E-9D28-F388AD8F8884}"/>
    <dgm:cxn modelId="{12015B17-5F64-4AF7-AA5F-509AD01C6D5D}" type="presOf" srcId="{8D29179F-DC50-44F8-AB20-2EDE0D9F39CF}" destId="{C2E0709A-8EEF-428C-AC7E-989C8E302EAE}" srcOrd="0" destOrd="0" presId="urn:microsoft.com/office/officeart/2005/8/layout/vList2"/>
    <dgm:cxn modelId="{92D27C20-AFA3-45E6-A96E-6D8B6137B9C7}" srcId="{F296B10C-7BDD-4406-9692-4DC8039116D4}" destId="{44BEDE65-6651-4F9F-9ECA-A38EA718EBB3}" srcOrd="3" destOrd="0" parTransId="{F7173C7A-ED94-45B1-8BD3-6DE9A8E0C486}" sibTransId="{CB059830-191C-4CF8-B70C-5CDE8EAA39F1}"/>
    <dgm:cxn modelId="{6F333431-1624-4DDD-8E03-93C8C575288A}" type="presOf" srcId="{3D4335F6-1A5A-4CBF-819B-952C72101A8F}" destId="{4C666DE9-EEA2-464F-9137-3ACCF8382AA4}" srcOrd="0" destOrd="0" presId="urn:microsoft.com/office/officeart/2005/8/layout/vList2"/>
    <dgm:cxn modelId="{9C80A239-B2E6-4FF7-A2EE-6459E2AC64F6}" srcId="{F296B10C-7BDD-4406-9692-4DC8039116D4}" destId="{42F28799-F16F-4CBA-893D-CC890A207A7F}" srcOrd="5" destOrd="0" parTransId="{1642E0B4-BD12-43F1-AE97-72E3110565A7}" sibTransId="{FE8D7214-4F03-4D59-9F46-D5CC051917C8}"/>
    <dgm:cxn modelId="{FB1FE439-4FD1-4D67-83DA-D4EF6DD85B00}" type="presOf" srcId="{009B5D0C-6E21-4DF9-8AA8-B8898959434B}" destId="{4C666DE9-EEA2-464F-9137-3ACCF8382AA4}" srcOrd="0" destOrd="1" presId="urn:microsoft.com/office/officeart/2005/8/layout/vList2"/>
    <dgm:cxn modelId="{9DD4E25E-B0BE-486A-87AC-E0311FAE2B6C}" type="presOf" srcId="{44BEDE65-6651-4F9F-9ECA-A38EA718EBB3}" destId="{4C666DE9-EEA2-464F-9137-3ACCF8382AA4}" srcOrd="0" destOrd="3" presId="urn:microsoft.com/office/officeart/2005/8/layout/vList2"/>
    <dgm:cxn modelId="{8E54C442-0219-41C9-A94C-E4C47ACBBEB6}" type="presOf" srcId="{C62DB4ED-9FC0-41B2-AC9E-7FF9095E34A9}" destId="{4C666DE9-EEA2-464F-9137-3ACCF8382AA4}" srcOrd="0" destOrd="4" presId="urn:microsoft.com/office/officeart/2005/8/layout/vList2"/>
    <dgm:cxn modelId="{6B678448-5DF5-4267-911F-96D5C8DA6B4C}" srcId="{F296B10C-7BDD-4406-9692-4DC8039116D4}" destId="{009B5D0C-6E21-4DF9-8AA8-B8898959434B}" srcOrd="1" destOrd="0" parTransId="{4E96052E-494C-4C91-8EFD-75B07E8521A7}" sibTransId="{710C43EB-D966-49CE-AFAE-0F3E5BB95506}"/>
    <dgm:cxn modelId="{5009F74D-13C4-4D48-A3C8-67D7B13CAA39}" srcId="{8D29179F-DC50-44F8-AB20-2EDE0D9F39CF}" destId="{179C5F3F-433D-44B0-9BA2-674845389912}" srcOrd="1" destOrd="0" parTransId="{B5E52409-F4BE-4962-A1E2-5FF25FAFE91B}" sibTransId="{1EA92860-B74E-4A73-933A-1EB853D4CE3E}"/>
    <dgm:cxn modelId="{0318A156-682C-497A-8D96-532E3EC1017B}" type="presOf" srcId="{42F28799-F16F-4CBA-893D-CC890A207A7F}" destId="{4C666DE9-EEA2-464F-9137-3ACCF8382AA4}" srcOrd="0" destOrd="5" presId="urn:microsoft.com/office/officeart/2005/8/layout/vList2"/>
    <dgm:cxn modelId="{C1B3A77B-3442-47F1-8B22-491C58B3C46D}" srcId="{179C5F3F-433D-44B0-9BA2-674845389912}" destId="{683558FD-2558-4423-B8C0-CCB6FF67743B}" srcOrd="2" destOrd="0" parTransId="{193753BA-1821-42CF-B788-5624606B1C4C}" sibTransId="{0D283F27-E4C9-4853-899B-A2A4C16B9022}"/>
    <dgm:cxn modelId="{BC724683-FB67-404D-A978-CC2BB4775699}" srcId="{F296B10C-7BDD-4406-9692-4DC8039116D4}" destId="{C62DB4ED-9FC0-41B2-AC9E-7FF9095E34A9}" srcOrd="4" destOrd="0" parTransId="{346F88B5-3E53-42FB-816F-5BFD16F371F9}" sibTransId="{74424BDD-7C0E-4E13-AA7F-CE7224BF6B3D}"/>
    <dgm:cxn modelId="{38E78F8B-8293-4863-A25B-D93263D81E7E}" type="presOf" srcId="{F296B10C-7BDD-4406-9692-4DC8039116D4}" destId="{C2CFCDF5-380E-4CF8-8EFD-84900DB8E2FE}" srcOrd="0" destOrd="0" presId="urn:microsoft.com/office/officeart/2005/8/layout/vList2"/>
    <dgm:cxn modelId="{E399ED8D-0790-4528-8A26-A66D6D7F23CA}" type="presOf" srcId="{179C5F3F-433D-44B0-9BA2-674845389912}" destId="{D39BA458-5AD3-486A-818E-21031EA819FC}" srcOrd="0" destOrd="0" presId="urn:microsoft.com/office/officeart/2005/8/layout/vList2"/>
    <dgm:cxn modelId="{39974496-FD9B-4AF3-8336-ACB8DAC1C56C}" srcId="{F296B10C-7BDD-4406-9692-4DC8039116D4}" destId="{1AAC894B-4DB1-44D5-A9EA-554115DE8B9F}" srcOrd="2" destOrd="0" parTransId="{5C19909E-3A7E-4F34-A0C0-BD7D35E2B47C}" sibTransId="{D63AFA9C-E6DA-4CE8-9601-12854EF6C9A7}"/>
    <dgm:cxn modelId="{65AE47A3-C62E-467A-BCF1-094C872CB238}" srcId="{F296B10C-7BDD-4406-9692-4DC8039116D4}" destId="{3D4335F6-1A5A-4CBF-819B-952C72101A8F}" srcOrd="0" destOrd="0" parTransId="{B43433A9-AA85-4471-A26B-FCB24DCAF97D}" sibTransId="{A37A229C-091E-4D60-ADF0-E2BD431C1EC0}"/>
    <dgm:cxn modelId="{BC2E9DA4-0B39-4EB3-ACBB-C91F4B043CEC}" type="presOf" srcId="{420232F8-8C75-4D77-B1D8-D68255CB4A6B}" destId="{7F9C4860-8FBC-4F27-8D8A-E07569947B3F}" srcOrd="0" destOrd="0" presId="urn:microsoft.com/office/officeart/2005/8/layout/vList2"/>
    <dgm:cxn modelId="{B52815BC-FEC2-405E-883B-7D7CEF1C12F9}" type="presOf" srcId="{894A7FB9-5727-4E07-A2AE-E2AE049DAF3B}" destId="{7F9C4860-8FBC-4F27-8D8A-E07569947B3F}" srcOrd="0" destOrd="1" presId="urn:microsoft.com/office/officeart/2005/8/layout/vList2"/>
    <dgm:cxn modelId="{4B6076D2-C79A-4206-B95A-664EF63FCB9E}" srcId="{8D29179F-DC50-44F8-AB20-2EDE0D9F39CF}" destId="{F296B10C-7BDD-4406-9692-4DC8039116D4}" srcOrd="0" destOrd="0" parTransId="{7885AF04-475A-4070-B626-6C1533040D30}" sibTransId="{226648C3-379D-436D-8094-473E98FA1337}"/>
    <dgm:cxn modelId="{8D0811E7-9163-48A1-A493-CF31667EF64C}" type="presOf" srcId="{1AAC894B-4DB1-44D5-A9EA-554115DE8B9F}" destId="{4C666DE9-EEA2-464F-9137-3ACCF8382AA4}" srcOrd="0" destOrd="2" presId="urn:microsoft.com/office/officeart/2005/8/layout/vList2"/>
    <dgm:cxn modelId="{8C42BEEB-587B-4945-9782-BE3C75DDDD7F}" type="presOf" srcId="{683558FD-2558-4423-B8C0-CCB6FF67743B}" destId="{7F9C4860-8FBC-4F27-8D8A-E07569947B3F}" srcOrd="0" destOrd="2" presId="urn:microsoft.com/office/officeart/2005/8/layout/vList2"/>
    <dgm:cxn modelId="{8E4615C8-0E29-45F9-B29E-2F021B467FC9}" type="presParOf" srcId="{C2E0709A-8EEF-428C-AC7E-989C8E302EAE}" destId="{C2CFCDF5-380E-4CF8-8EFD-84900DB8E2FE}" srcOrd="0" destOrd="0" presId="urn:microsoft.com/office/officeart/2005/8/layout/vList2"/>
    <dgm:cxn modelId="{B3C2E1CD-3E99-4A63-84C7-A860758AF2C7}" type="presParOf" srcId="{C2E0709A-8EEF-428C-AC7E-989C8E302EAE}" destId="{4C666DE9-EEA2-464F-9137-3ACCF8382AA4}" srcOrd="1" destOrd="0" presId="urn:microsoft.com/office/officeart/2005/8/layout/vList2"/>
    <dgm:cxn modelId="{5FBC6F57-DB13-42A6-9E9F-E34DB7C6AE89}" type="presParOf" srcId="{C2E0709A-8EEF-428C-AC7E-989C8E302EAE}" destId="{D39BA458-5AD3-486A-818E-21031EA819FC}" srcOrd="2" destOrd="0" presId="urn:microsoft.com/office/officeart/2005/8/layout/vList2"/>
    <dgm:cxn modelId="{0107EC36-B089-4FE4-A7A1-A3799A357416}" type="presParOf" srcId="{C2E0709A-8EEF-428C-AC7E-989C8E302EAE}" destId="{7F9C4860-8FBC-4F27-8D8A-E07569947B3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2BCBD5-CA30-4464-BB15-B920F0330AB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BCF3BC-20D4-48E3-B968-BD16D9D47125}">
      <dgm:prSet custT="1"/>
      <dgm:spPr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Technical feasibility:</a:t>
          </a:r>
        </a:p>
      </dgm:t>
    </dgm:pt>
    <dgm:pt modelId="{635CA23B-CC6F-4145-90CA-5375EDFC445F}" type="parTrans" cxnId="{020FB76F-98A9-4E12-9B86-B27AF5742BC1}">
      <dgm:prSet/>
      <dgm:spPr/>
      <dgm:t>
        <a:bodyPr/>
        <a:lstStyle/>
        <a:p>
          <a:endParaRPr lang="en-US"/>
        </a:p>
      </dgm:t>
    </dgm:pt>
    <dgm:pt modelId="{283CD42D-C8E4-4C76-8712-F1C53CBD1F4C}" type="sibTrans" cxnId="{020FB76F-98A9-4E12-9B86-B27AF5742BC1}">
      <dgm:prSet/>
      <dgm:spPr/>
      <dgm:t>
        <a:bodyPr/>
        <a:lstStyle/>
        <a:p>
          <a:endParaRPr lang="en-US"/>
        </a:p>
      </dgm:t>
    </dgm:pt>
    <dgm:pt modelId="{952C16B3-6D89-45F0-AFE8-3A4397D0C699}">
      <dgm:prSet/>
      <dgm:spPr/>
      <dgm:t>
        <a:bodyPr/>
        <a:lstStyle/>
        <a:p>
          <a:r>
            <a:rPr lang="en-US" b="1" dirty="0"/>
            <a:t>The company has good computers can run the website fast.</a:t>
          </a:r>
          <a:endParaRPr lang="en-US" dirty="0"/>
        </a:p>
      </dgm:t>
    </dgm:pt>
    <dgm:pt modelId="{C075193C-D5BF-419C-8A6F-2038E4E8525D}" type="parTrans" cxnId="{764CE51C-D760-435F-9BFF-A7D08FF2D147}">
      <dgm:prSet/>
      <dgm:spPr/>
      <dgm:t>
        <a:bodyPr/>
        <a:lstStyle/>
        <a:p>
          <a:endParaRPr lang="en-US"/>
        </a:p>
      </dgm:t>
    </dgm:pt>
    <dgm:pt modelId="{D72CC5C0-AB33-42CD-832C-7B0B106C6162}" type="sibTrans" cxnId="{764CE51C-D760-435F-9BFF-A7D08FF2D147}">
      <dgm:prSet/>
      <dgm:spPr/>
      <dgm:t>
        <a:bodyPr/>
        <a:lstStyle/>
        <a:p>
          <a:endParaRPr lang="en-US"/>
        </a:p>
      </dgm:t>
    </dgm:pt>
    <dgm:pt modelId="{C8C96F69-6C3A-4074-87FB-A9CA13EACFB3}">
      <dgm:prSet/>
      <dgm:spPr/>
      <dgm:t>
        <a:bodyPr/>
        <a:lstStyle/>
        <a:p>
          <a:r>
            <a:rPr lang="en-US" b="1" dirty="0"/>
            <a:t>There are skilled people that can control the website.</a:t>
          </a:r>
          <a:endParaRPr lang="en-US" dirty="0"/>
        </a:p>
      </dgm:t>
    </dgm:pt>
    <dgm:pt modelId="{4BDF712A-042F-4F1A-B60E-E7E25563923B}" type="parTrans" cxnId="{CA0B7AB6-5739-492F-9EA5-40A7E7AFE9A5}">
      <dgm:prSet/>
      <dgm:spPr/>
      <dgm:t>
        <a:bodyPr/>
        <a:lstStyle/>
        <a:p>
          <a:endParaRPr lang="en-US"/>
        </a:p>
      </dgm:t>
    </dgm:pt>
    <dgm:pt modelId="{8A0796CE-462E-417C-B7E8-FA1614B35584}" type="sibTrans" cxnId="{CA0B7AB6-5739-492F-9EA5-40A7E7AFE9A5}">
      <dgm:prSet/>
      <dgm:spPr/>
      <dgm:t>
        <a:bodyPr/>
        <a:lstStyle/>
        <a:p>
          <a:endParaRPr lang="en-US"/>
        </a:p>
      </dgm:t>
    </dgm:pt>
    <dgm:pt modelId="{81CAF818-5F25-4446-B151-4815B0DEED30}">
      <dgm:prSet/>
      <dgm:spPr/>
      <dgm:t>
        <a:bodyPr/>
        <a:lstStyle/>
        <a:p>
          <a:r>
            <a:rPr lang="en-US" b="1" dirty="0"/>
            <a:t>They don’t have a good network service.</a:t>
          </a:r>
          <a:endParaRPr lang="en-US" dirty="0"/>
        </a:p>
      </dgm:t>
    </dgm:pt>
    <dgm:pt modelId="{ADD06A39-FED2-49E8-A17F-BD72D8B3142A}" type="parTrans" cxnId="{CE3C25FA-D6EC-481F-A26B-31BB3837E172}">
      <dgm:prSet/>
      <dgm:spPr/>
      <dgm:t>
        <a:bodyPr/>
        <a:lstStyle/>
        <a:p>
          <a:endParaRPr lang="en-US"/>
        </a:p>
      </dgm:t>
    </dgm:pt>
    <dgm:pt modelId="{2D18F48E-5F16-4741-95AA-5075B3C190B8}" type="sibTrans" cxnId="{CE3C25FA-D6EC-481F-A26B-31BB3837E172}">
      <dgm:prSet/>
      <dgm:spPr/>
      <dgm:t>
        <a:bodyPr/>
        <a:lstStyle/>
        <a:p>
          <a:endParaRPr lang="en-US"/>
        </a:p>
      </dgm:t>
    </dgm:pt>
    <dgm:pt modelId="{6D4A2439-BA7A-4C6F-8D1B-408941AAFD16}">
      <dgm:prSet custT="1"/>
      <dgm:spPr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Economic feasibility:</a:t>
          </a:r>
        </a:p>
      </dgm:t>
    </dgm:pt>
    <dgm:pt modelId="{93DDD55A-E907-4895-85A9-61A76234037A}" type="parTrans" cxnId="{B49F0F3E-F1CB-4ECD-AAE7-3A13F85D8A2B}">
      <dgm:prSet/>
      <dgm:spPr/>
      <dgm:t>
        <a:bodyPr/>
        <a:lstStyle/>
        <a:p>
          <a:endParaRPr lang="en-US"/>
        </a:p>
      </dgm:t>
    </dgm:pt>
    <dgm:pt modelId="{8957753C-5983-442D-A698-CC6EBF9AC2A2}" type="sibTrans" cxnId="{B49F0F3E-F1CB-4ECD-AAE7-3A13F85D8A2B}">
      <dgm:prSet/>
      <dgm:spPr/>
      <dgm:t>
        <a:bodyPr/>
        <a:lstStyle/>
        <a:p>
          <a:endParaRPr lang="en-US"/>
        </a:p>
      </dgm:t>
    </dgm:pt>
    <dgm:pt modelId="{D65CD1C3-4047-41EF-800B-FACF8441A3EF}">
      <dgm:prSet/>
      <dgm:spPr/>
      <dgm:t>
        <a:bodyPr/>
        <a:lstStyle/>
        <a:p>
          <a:r>
            <a:rPr lang="en-US" b="1"/>
            <a:t>The website will cost 50,000 L.E to be implemented.</a:t>
          </a:r>
          <a:endParaRPr lang="en-US"/>
        </a:p>
      </dgm:t>
    </dgm:pt>
    <dgm:pt modelId="{AF253515-7E8F-47DF-AA51-D156622CE42B}" type="parTrans" cxnId="{BAEC0CA7-45E4-47ED-9940-504896103BB7}">
      <dgm:prSet/>
      <dgm:spPr/>
      <dgm:t>
        <a:bodyPr/>
        <a:lstStyle/>
        <a:p>
          <a:endParaRPr lang="en-US"/>
        </a:p>
      </dgm:t>
    </dgm:pt>
    <dgm:pt modelId="{40CB10B7-29C3-48D6-99FA-8E45894DC613}" type="sibTrans" cxnId="{BAEC0CA7-45E4-47ED-9940-504896103BB7}">
      <dgm:prSet/>
      <dgm:spPr/>
      <dgm:t>
        <a:bodyPr/>
        <a:lstStyle/>
        <a:p>
          <a:endParaRPr lang="en-US"/>
        </a:p>
      </dgm:t>
    </dgm:pt>
    <dgm:pt modelId="{0D753719-27C1-4FE5-9DD9-DFCB5DE90710}">
      <dgm:prSet/>
      <dgm:spPr/>
      <dgm:t>
        <a:bodyPr/>
        <a:lstStyle/>
        <a:p>
          <a:r>
            <a:rPr lang="en-US" b="1"/>
            <a:t>It will cost 1,000 L.E yearly wages as a regular maintenance.</a:t>
          </a:r>
          <a:endParaRPr lang="en-US"/>
        </a:p>
      </dgm:t>
    </dgm:pt>
    <dgm:pt modelId="{142E7D30-B5EE-4556-A5CE-3CD3A1D2905B}" type="parTrans" cxnId="{CA580664-A47D-4C76-89A6-1F34312EB0FE}">
      <dgm:prSet/>
      <dgm:spPr/>
      <dgm:t>
        <a:bodyPr/>
        <a:lstStyle/>
        <a:p>
          <a:endParaRPr lang="en-US"/>
        </a:p>
      </dgm:t>
    </dgm:pt>
    <dgm:pt modelId="{7825D3BE-CF4D-4C0A-AD10-F2140AB39F19}" type="sibTrans" cxnId="{CA580664-A47D-4C76-89A6-1F34312EB0FE}">
      <dgm:prSet/>
      <dgm:spPr/>
      <dgm:t>
        <a:bodyPr/>
        <a:lstStyle/>
        <a:p>
          <a:endParaRPr lang="en-US"/>
        </a:p>
      </dgm:t>
    </dgm:pt>
    <dgm:pt modelId="{6740688A-0B6B-4D11-98A1-EDC5C61BC461}">
      <dgm:prSet/>
      <dgm:spPr/>
      <dgm:t>
        <a:bodyPr/>
        <a:lstStyle/>
        <a:p>
          <a:r>
            <a:rPr lang="en-US" b="1"/>
            <a:t>The system will be visited by approximately 50,000 user per month.</a:t>
          </a:r>
          <a:endParaRPr lang="en-US"/>
        </a:p>
      </dgm:t>
    </dgm:pt>
    <dgm:pt modelId="{C320DE86-FF74-4AA0-A83D-0D4E4A0DA46D}" type="parTrans" cxnId="{67B6BE6A-3A17-4D50-B303-0CE6718CB188}">
      <dgm:prSet/>
      <dgm:spPr/>
      <dgm:t>
        <a:bodyPr/>
        <a:lstStyle/>
        <a:p>
          <a:endParaRPr lang="en-US"/>
        </a:p>
      </dgm:t>
    </dgm:pt>
    <dgm:pt modelId="{E3B39668-4662-4309-936F-4AA71E43E47F}" type="sibTrans" cxnId="{67B6BE6A-3A17-4D50-B303-0CE6718CB188}">
      <dgm:prSet/>
      <dgm:spPr/>
      <dgm:t>
        <a:bodyPr/>
        <a:lstStyle/>
        <a:p>
          <a:endParaRPr lang="en-US"/>
        </a:p>
      </dgm:t>
    </dgm:pt>
    <dgm:pt modelId="{C733CC9F-8CD0-4C85-B298-FC77C3E28FCE}" type="pres">
      <dgm:prSet presAssocID="{EA2BCBD5-CA30-4464-BB15-B920F0330ABB}" presName="linear" presStyleCnt="0">
        <dgm:presLayoutVars>
          <dgm:animLvl val="lvl"/>
          <dgm:resizeHandles val="exact"/>
        </dgm:presLayoutVars>
      </dgm:prSet>
      <dgm:spPr/>
    </dgm:pt>
    <dgm:pt modelId="{382681F2-2195-4F5C-A04E-4FBD62EAB49F}" type="pres">
      <dgm:prSet presAssocID="{FBBCF3BC-20D4-48E3-B968-BD16D9D47125}" presName="parentText" presStyleLbl="node1" presStyleIdx="0" presStyleCnt="2">
        <dgm:presLayoutVars>
          <dgm:chMax val="0"/>
          <dgm:bulletEnabled val="1"/>
        </dgm:presLayoutVars>
      </dgm:prSet>
      <dgm:spPr>
        <a:xfrm>
          <a:off x="0" y="173076"/>
          <a:ext cx="10353761" cy="748800"/>
        </a:xfrm>
        <a:prstGeom prst="roundRect">
          <a:avLst/>
        </a:prstGeom>
      </dgm:spPr>
    </dgm:pt>
    <dgm:pt modelId="{AF1532AA-5F87-4EE9-AF3E-4C59379AAA88}" type="pres">
      <dgm:prSet presAssocID="{FBBCF3BC-20D4-48E3-B968-BD16D9D47125}" presName="childText" presStyleLbl="revTx" presStyleIdx="0" presStyleCnt="2">
        <dgm:presLayoutVars>
          <dgm:bulletEnabled val="1"/>
        </dgm:presLayoutVars>
      </dgm:prSet>
      <dgm:spPr/>
    </dgm:pt>
    <dgm:pt modelId="{D90888A2-EB6F-477F-998E-F141C3AB4BBB}" type="pres">
      <dgm:prSet presAssocID="{6D4A2439-BA7A-4C6F-8D1B-408941AAFD16}" presName="parentText" presStyleLbl="node1" presStyleIdx="1" presStyleCnt="2">
        <dgm:presLayoutVars>
          <dgm:chMax val="0"/>
          <dgm:bulletEnabled val="1"/>
        </dgm:presLayoutVars>
      </dgm:prSet>
      <dgm:spPr>
        <a:xfrm>
          <a:off x="0" y="2180436"/>
          <a:ext cx="10353761" cy="823680"/>
        </a:xfrm>
        <a:prstGeom prst="roundRect">
          <a:avLst/>
        </a:prstGeom>
      </dgm:spPr>
    </dgm:pt>
    <dgm:pt modelId="{BFC31BE8-A749-4384-9FBE-5A5A9347C1F5}" type="pres">
      <dgm:prSet presAssocID="{6D4A2439-BA7A-4C6F-8D1B-408941AAFD1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E68EE08-7697-481D-87B5-FCCD82E590A9}" type="presOf" srcId="{952C16B3-6D89-45F0-AFE8-3A4397D0C699}" destId="{AF1532AA-5F87-4EE9-AF3E-4C59379AAA88}" srcOrd="0" destOrd="0" presId="urn:microsoft.com/office/officeart/2005/8/layout/vList2"/>
    <dgm:cxn modelId="{47FB100E-5257-4475-8C9F-E6B68ECA91F4}" type="presOf" srcId="{6D4A2439-BA7A-4C6F-8D1B-408941AAFD16}" destId="{D90888A2-EB6F-477F-998E-F141C3AB4BBB}" srcOrd="0" destOrd="0" presId="urn:microsoft.com/office/officeart/2005/8/layout/vList2"/>
    <dgm:cxn modelId="{D03C2313-8FEA-4703-8878-B26B1C48B3BB}" type="presOf" srcId="{6740688A-0B6B-4D11-98A1-EDC5C61BC461}" destId="{BFC31BE8-A749-4384-9FBE-5A5A9347C1F5}" srcOrd="0" destOrd="2" presId="urn:microsoft.com/office/officeart/2005/8/layout/vList2"/>
    <dgm:cxn modelId="{764CE51C-D760-435F-9BFF-A7D08FF2D147}" srcId="{FBBCF3BC-20D4-48E3-B968-BD16D9D47125}" destId="{952C16B3-6D89-45F0-AFE8-3A4397D0C699}" srcOrd="0" destOrd="0" parTransId="{C075193C-D5BF-419C-8A6F-2038E4E8525D}" sibTransId="{D72CC5C0-AB33-42CD-832C-7B0B106C6162}"/>
    <dgm:cxn modelId="{3F482723-A76A-4F58-8673-1B61F9B1B811}" type="presOf" srcId="{0D753719-27C1-4FE5-9DD9-DFCB5DE90710}" destId="{BFC31BE8-A749-4384-9FBE-5A5A9347C1F5}" srcOrd="0" destOrd="1" presId="urn:microsoft.com/office/officeart/2005/8/layout/vList2"/>
    <dgm:cxn modelId="{8B65C33D-5301-461A-8F6A-FD4067EA2005}" type="presOf" srcId="{81CAF818-5F25-4446-B151-4815B0DEED30}" destId="{AF1532AA-5F87-4EE9-AF3E-4C59379AAA88}" srcOrd="0" destOrd="2" presId="urn:microsoft.com/office/officeart/2005/8/layout/vList2"/>
    <dgm:cxn modelId="{B49F0F3E-F1CB-4ECD-AAE7-3A13F85D8A2B}" srcId="{EA2BCBD5-CA30-4464-BB15-B920F0330ABB}" destId="{6D4A2439-BA7A-4C6F-8D1B-408941AAFD16}" srcOrd="1" destOrd="0" parTransId="{93DDD55A-E907-4895-85A9-61A76234037A}" sibTransId="{8957753C-5983-442D-A698-CC6EBF9AC2A2}"/>
    <dgm:cxn modelId="{CFA9A35B-2746-442D-B671-B55BF81434F3}" type="presOf" srcId="{EA2BCBD5-CA30-4464-BB15-B920F0330ABB}" destId="{C733CC9F-8CD0-4C85-B298-FC77C3E28FCE}" srcOrd="0" destOrd="0" presId="urn:microsoft.com/office/officeart/2005/8/layout/vList2"/>
    <dgm:cxn modelId="{CA580664-A47D-4C76-89A6-1F34312EB0FE}" srcId="{6D4A2439-BA7A-4C6F-8D1B-408941AAFD16}" destId="{0D753719-27C1-4FE5-9DD9-DFCB5DE90710}" srcOrd="1" destOrd="0" parTransId="{142E7D30-B5EE-4556-A5CE-3CD3A1D2905B}" sibTransId="{7825D3BE-CF4D-4C0A-AD10-F2140AB39F19}"/>
    <dgm:cxn modelId="{67B6BE6A-3A17-4D50-B303-0CE6718CB188}" srcId="{6D4A2439-BA7A-4C6F-8D1B-408941AAFD16}" destId="{6740688A-0B6B-4D11-98A1-EDC5C61BC461}" srcOrd="2" destOrd="0" parTransId="{C320DE86-FF74-4AA0-A83D-0D4E4A0DA46D}" sibTransId="{E3B39668-4662-4309-936F-4AA71E43E47F}"/>
    <dgm:cxn modelId="{020FB76F-98A9-4E12-9B86-B27AF5742BC1}" srcId="{EA2BCBD5-CA30-4464-BB15-B920F0330ABB}" destId="{FBBCF3BC-20D4-48E3-B968-BD16D9D47125}" srcOrd="0" destOrd="0" parTransId="{635CA23B-CC6F-4145-90CA-5375EDFC445F}" sibTransId="{283CD42D-C8E4-4C76-8712-F1C53CBD1F4C}"/>
    <dgm:cxn modelId="{9EF38758-5ABA-4CBE-81EB-6BEB92350EA1}" type="presOf" srcId="{FBBCF3BC-20D4-48E3-B968-BD16D9D47125}" destId="{382681F2-2195-4F5C-A04E-4FBD62EAB49F}" srcOrd="0" destOrd="0" presId="urn:microsoft.com/office/officeart/2005/8/layout/vList2"/>
    <dgm:cxn modelId="{BAEC0CA7-45E4-47ED-9940-504896103BB7}" srcId="{6D4A2439-BA7A-4C6F-8D1B-408941AAFD16}" destId="{D65CD1C3-4047-41EF-800B-FACF8441A3EF}" srcOrd="0" destOrd="0" parTransId="{AF253515-7E8F-47DF-AA51-D156622CE42B}" sibTransId="{40CB10B7-29C3-48D6-99FA-8E45894DC613}"/>
    <dgm:cxn modelId="{CA0B7AB6-5739-492F-9EA5-40A7E7AFE9A5}" srcId="{FBBCF3BC-20D4-48E3-B968-BD16D9D47125}" destId="{C8C96F69-6C3A-4074-87FB-A9CA13EACFB3}" srcOrd="1" destOrd="0" parTransId="{4BDF712A-042F-4F1A-B60E-E7E25563923B}" sibTransId="{8A0796CE-462E-417C-B7E8-FA1614B35584}"/>
    <dgm:cxn modelId="{CD74D6E5-181E-4EED-AC60-5D59C59FBE02}" type="presOf" srcId="{C8C96F69-6C3A-4074-87FB-A9CA13EACFB3}" destId="{AF1532AA-5F87-4EE9-AF3E-4C59379AAA88}" srcOrd="0" destOrd="1" presId="urn:microsoft.com/office/officeart/2005/8/layout/vList2"/>
    <dgm:cxn modelId="{65BE1AF5-259A-4A72-811A-35BDCD9EA341}" type="presOf" srcId="{D65CD1C3-4047-41EF-800B-FACF8441A3EF}" destId="{BFC31BE8-A749-4384-9FBE-5A5A9347C1F5}" srcOrd="0" destOrd="0" presId="urn:microsoft.com/office/officeart/2005/8/layout/vList2"/>
    <dgm:cxn modelId="{CE3C25FA-D6EC-481F-A26B-31BB3837E172}" srcId="{FBBCF3BC-20D4-48E3-B968-BD16D9D47125}" destId="{81CAF818-5F25-4446-B151-4815B0DEED30}" srcOrd="2" destOrd="0" parTransId="{ADD06A39-FED2-49E8-A17F-BD72D8B3142A}" sibTransId="{2D18F48E-5F16-4741-95AA-5075B3C190B8}"/>
    <dgm:cxn modelId="{8C71E7E8-4C53-41AE-A00F-1581E51C0C6B}" type="presParOf" srcId="{C733CC9F-8CD0-4C85-B298-FC77C3E28FCE}" destId="{382681F2-2195-4F5C-A04E-4FBD62EAB49F}" srcOrd="0" destOrd="0" presId="urn:microsoft.com/office/officeart/2005/8/layout/vList2"/>
    <dgm:cxn modelId="{B5DB172A-5C98-4B98-B736-553D39B0F56E}" type="presParOf" srcId="{C733CC9F-8CD0-4C85-B298-FC77C3E28FCE}" destId="{AF1532AA-5F87-4EE9-AF3E-4C59379AAA88}" srcOrd="1" destOrd="0" presId="urn:microsoft.com/office/officeart/2005/8/layout/vList2"/>
    <dgm:cxn modelId="{B911A427-149C-40E9-8FA8-4EC30700398D}" type="presParOf" srcId="{C733CC9F-8CD0-4C85-B298-FC77C3E28FCE}" destId="{D90888A2-EB6F-477F-998E-F141C3AB4BBB}" srcOrd="2" destOrd="0" presId="urn:microsoft.com/office/officeart/2005/8/layout/vList2"/>
    <dgm:cxn modelId="{E3461D49-95CC-4D2C-8CC6-47B83DC74558}" type="presParOf" srcId="{C733CC9F-8CD0-4C85-B298-FC77C3E28FCE}" destId="{BFC31BE8-A749-4384-9FBE-5A5A9347C1F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040FD1-C7BA-45B3-A568-CDA74A8505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FFE4AE-3D1E-46B2-9646-97F966461336}">
      <dgm:prSet custT="1"/>
      <dgm:spPr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Operational feasibility:</a:t>
          </a:r>
        </a:p>
      </dgm:t>
    </dgm:pt>
    <dgm:pt modelId="{9BB236FE-EEDA-4F54-9A89-3E7D727A20B5}" type="parTrans" cxnId="{6C150BD6-ECA7-4A4C-A644-6C43D47A5C19}">
      <dgm:prSet/>
      <dgm:spPr/>
      <dgm:t>
        <a:bodyPr/>
        <a:lstStyle/>
        <a:p>
          <a:endParaRPr lang="en-US"/>
        </a:p>
      </dgm:t>
    </dgm:pt>
    <dgm:pt modelId="{07D96081-0B91-44E7-AB13-4B601AD9C40F}" type="sibTrans" cxnId="{6C150BD6-ECA7-4A4C-A644-6C43D47A5C19}">
      <dgm:prSet/>
      <dgm:spPr/>
      <dgm:t>
        <a:bodyPr/>
        <a:lstStyle/>
        <a:p>
          <a:endParaRPr lang="en-US"/>
        </a:p>
      </dgm:t>
    </dgm:pt>
    <dgm:pt modelId="{CC56068A-230E-4CD5-8D87-13B9C212DD82}">
      <dgm:prSet/>
      <dgm:spPr/>
      <dgm:t>
        <a:bodyPr/>
        <a:lstStyle/>
        <a:p>
          <a:r>
            <a:rPr lang="en-US" b="1"/>
            <a:t>The website pages will be loaded in 0.01 sec for good networks.</a:t>
          </a:r>
          <a:endParaRPr lang="en-US"/>
        </a:p>
      </dgm:t>
    </dgm:pt>
    <dgm:pt modelId="{5C0AC023-E4C1-42D8-BB16-6AA27114972F}" type="parTrans" cxnId="{3EFEFF4F-3D70-478E-9CF2-AB70871057D7}">
      <dgm:prSet/>
      <dgm:spPr/>
      <dgm:t>
        <a:bodyPr/>
        <a:lstStyle/>
        <a:p>
          <a:endParaRPr lang="en-US"/>
        </a:p>
      </dgm:t>
    </dgm:pt>
    <dgm:pt modelId="{5C97CA26-17F5-4302-AF87-D285489E244F}" type="sibTrans" cxnId="{3EFEFF4F-3D70-478E-9CF2-AB70871057D7}">
      <dgm:prSet/>
      <dgm:spPr/>
      <dgm:t>
        <a:bodyPr/>
        <a:lstStyle/>
        <a:p>
          <a:endParaRPr lang="en-US"/>
        </a:p>
      </dgm:t>
    </dgm:pt>
    <dgm:pt modelId="{346B9783-8BEA-4A16-B09B-3A90B888A3BF}">
      <dgm:prSet/>
      <dgm:spPr/>
      <dgm:t>
        <a:bodyPr/>
        <a:lstStyle/>
        <a:p>
          <a:r>
            <a:rPr lang="en-US" b="1"/>
            <a:t>It will have a good design for youth people.</a:t>
          </a:r>
          <a:endParaRPr lang="en-US"/>
        </a:p>
      </dgm:t>
    </dgm:pt>
    <dgm:pt modelId="{96A6E8B1-254A-46C5-AF1E-8F1BB107DA15}" type="parTrans" cxnId="{D9713D7D-8A7E-4EFB-A483-10C43A4C5F7D}">
      <dgm:prSet/>
      <dgm:spPr/>
      <dgm:t>
        <a:bodyPr/>
        <a:lstStyle/>
        <a:p>
          <a:endParaRPr lang="en-US"/>
        </a:p>
      </dgm:t>
    </dgm:pt>
    <dgm:pt modelId="{FC1BAF10-616A-49D0-B4DC-155F50AF6DAA}" type="sibTrans" cxnId="{D9713D7D-8A7E-4EFB-A483-10C43A4C5F7D}">
      <dgm:prSet/>
      <dgm:spPr/>
      <dgm:t>
        <a:bodyPr/>
        <a:lstStyle/>
        <a:p>
          <a:endParaRPr lang="en-US"/>
        </a:p>
      </dgm:t>
    </dgm:pt>
    <dgm:pt modelId="{F2FBBC98-3E9A-4006-952A-41D06028BDC3}">
      <dgm:prSet/>
      <dgm:spPr/>
      <dgm:t>
        <a:bodyPr/>
        <a:lstStyle/>
        <a:p>
          <a:r>
            <a:rPr lang="en-US" b="1" dirty="0"/>
            <a:t>The prices and installment conditions will be obvious.</a:t>
          </a:r>
          <a:endParaRPr lang="en-US" dirty="0"/>
        </a:p>
      </dgm:t>
    </dgm:pt>
    <dgm:pt modelId="{F7ED8CA9-61CD-4B26-9A59-F3F0E984F81F}" type="parTrans" cxnId="{2D3C21B8-5DA1-43B9-B448-26D0B332F52F}">
      <dgm:prSet/>
      <dgm:spPr/>
      <dgm:t>
        <a:bodyPr/>
        <a:lstStyle/>
        <a:p>
          <a:endParaRPr lang="en-US"/>
        </a:p>
      </dgm:t>
    </dgm:pt>
    <dgm:pt modelId="{0AC89B6C-10A6-42EB-8576-481D6AC805F4}" type="sibTrans" cxnId="{2D3C21B8-5DA1-43B9-B448-26D0B332F52F}">
      <dgm:prSet/>
      <dgm:spPr/>
      <dgm:t>
        <a:bodyPr/>
        <a:lstStyle/>
        <a:p>
          <a:endParaRPr lang="en-US"/>
        </a:p>
      </dgm:t>
    </dgm:pt>
    <dgm:pt modelId="{2D1E943D-7D67-4DBC-A790-74F9BA1C8016}">
      <dgm:prSet custT="1"/>
      <dgm:spPr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Schedule feasibility:</a:t>
          </a:r>
        </a:p>
      </dgm:t>
    </dgm:pt>
    <dgm:pt modelId="{D7F3FF8E-83D9-4BB9-870F-EA6CB6F62ABC}" type="parTrans" cxnId="{409FE468-C825-49A5-8C9A-6ACBC8CB9548}">
      <dgm:prSet/>
      <dgm:spPr/>
      <dgm:t>
        <a:bodyPr/>
        <a:lstStyle/>
        <a:p>
          <a:endParaRPr lang="en-US"/>
        </a:p>
      </dgm:t>
    </dgm:pt>
    <dgm:pt modelId="{A475F738-DD2A-4DA3-ABF8-DCC3AACBD452}" type="sibTrans" cxnId="{409FE468-C825-49A5-8C9A-6ACBC8CB9548}">
      <dgm:prSet/>
      <dgm:spPr/>
      <dgm:t>
        <a:bodyPr/>
        <a:lstStyle/>
        <a:p>
          <a:endParaRPr lang="en-US"/>
        </a:p>
      </dgm:t>
    </dgm:pt>
    <dgm:pt modelId="{7E66BF4A-81F9-41C3-9F7E-11B8CF1C4E66}">
      <dgm:prSet/>
      <dgm:spPr/>
      <dgm:t>
        <a:bodyPr/>
        <a:lstStyle/>
        <a:p>
          <a:r>
            <a:rPr lang="en-US" b="1"/>
            <a:t>The system will be ready in 2 months and 10 days.</a:t>
          </a:r>
          <a:endParaRPr lang="en-US"/>
        </a:p>
      </dgm:t>
    </dgm:pt>
    <dgm:pt modelId="{91E7F731-5CBD-405D-A998-543F585F4FCD}" type="parTrans" cxnId="{6AECCE9C-B83D-43B3-BE9D-4CC374BE2A94}">
      <dgm:prSet/>
      <dgm:spPr/>
      <dgm:t>
        <a:bodyPr/>
        <a:lstStyle/>
        <a:p>
          <a:endParaRPr lang="en-US"/>
        </a:p>
      </dgm:t>
    </dgm:pt>
    <dgm:pt modelId="{FD007828-77A1-4BF6-9EB6-D604C957EC08}" type="sibTrans" cxnId="{6AECCE9C-B83D-43B3-BE9D-4CC374BE2A94}">
      <dgm:prSet/>
      <dgm:spPr/>
      <dgm:t>
        <a:bodyPr/>
        <a:lstStyle/>
        <a:p>
          <a:endParaRPr lang="en-US"/>
        </a:p>
      </dgm:t>
    </dgm:pt>
    <dgm:pt modelId="{9BCA948D-F830-46B4-B003-BFB1E3F00321}">
      <dgm:prSet/>
      <dgm:spPr/>
      <dgm:t>
        <a:bodyPr/>
        <a:lstStyle/>
        <a:p>
          <a:r>
            <a:rPr lang="en-US" b="1"/>
            <a:t>There will be a trial for 1st version in 15 days.</a:t>
          </a:r>
          <a:endParaRPr lang="en-US"/>
        </a:p>
      </dgm:t>
    </dgm:pt>
    <dgm:pt modelId="{454BE313-26D6-4B08-91E6-CF25C626EE2F}" type="parTrans" cxnId="{940ED6FC-ACBF-44F6-9F42-9592E5D71000}">
      <dgm:prSet/>
      <dgm:spPr/>
      <dgm:t>
        <a:bodyPr/>
        <a:lstStyle/>
        <a:p>
          <a:endParaRPr lang="en-US"/>
        </a:p>
      </dgm:t>
    </dgm:pt>
    <dgm:pt modelId="{B071A2B1-25B0-487E-ACEF-F08D874D4224}" type="sibTrans" cxnId="{940ED6FC-ACBF-44F6-9F42-9592E5D71000}">
      <dgm:prSet/>
      <dgm:spPr/>
      <dgm:t>
        <a:bodyPr/>
        <a:lstStyle/>
        <a:p>
          <a:endParaRPr lang="en-US"/>
        </a:p>
      </dgm:t>
    </dgm:pt>
    <dgm:pt modelId="{0DF92C7B-273F-4BA8-8C6E-45E7999DEF67}" type="pres">
      <dgm:prSet presAssocID="{9E040FD1-C7BA-45B3-A568-CDA74A8505C1}" presName="linear" presStyleCnt="0">
        <dgm:presLayoutVars>
          <dgm:animLvl val="lvl"/>
          <dgm:resizeHandles val="exact"/>
        </dgm:presLayoutVars>
      </dgm:prSet>
      <dgm:spPr/>
    </dgm:pt>
    <dgm:pt modelId="{91E00378-1E6B-4889-83D7-CC78231AA41F}" type="pres">
      <dgm:prSet presAssocID="{E8FFE4AE-3D1E-46B2-9646-97F966461336}" presName="parentText" presStyleLbl="node1" presStyleIdx="0" presStyleCnt="2" custLinFactNeighborX="51" custLinFactNeighborY="-3030">
        <dgm:presLayoutVars>
          <dgm:chMax val="0"/>
          <dgm:bulletEnabled val="1"/>
        </dgm:presLayoutVars>
      </dgm:prSet>
      <dgm:spPr>
        <a:xfrm>
          <a:off x="0" y="74547"/>
          <a:ext cx="10353761" cy="725399"/>
        </a:xfrm>
        <a:prstGeom prst="roundRect">
          <a:avLst/>
        </a:prstGeom>
      </dgm:spPr>
    </dgm:pt>
    <dgm:pt modelId="{F94C606A-0ED8-417F-9F8B-98FFFF7246AE}" type="pres">
      <dgm:prSet presAssocID="{E8FFE4AE-3D1E-46B2-9646-97F966461336}" presName="childText" presStyleLbl="revTx" presStyleIdx="0" presStyleCnt="2">
        <dgm:presLayoutVars>
          <dgm:bulletEnabled val="1"/>
        </dgm:presLayoutVars>
      </dgm:prSet>
      <dgm:spPr/>
    </dgm:pt>
    <dgm:pt modelId="{1A869AA5-0326-449E-8129-0AE2F9B36AB4}" type="pres">
      <dgm:prSet presAssocID="{2D1E943D-7D67-4DBC-A790-74F9BA1C8016}" presName="parentText" presStyleLbl="node1" presStyleIdx="1" presStyleCnt="2">
        <dgm:presLayoutVars>
          <dgm:chMax val="0"/>
          <dgm:bulletEnabled val="1"/>
        </dgm:presLayoutVars>
      </dgm:prSet>
      <dgm:spPr>
        <a:xfrm>
          <a:off x="0" y="2056120"/>
          <a:ext cx="10353761" cy="834210"/>
        </a:xfrm>
        <a:prstGeom prst="roundRect">
          <a:avLst/>
        </a:prstGeom>
      </dgm:spPr>
    </dgm:pt>
    <dgm:pt modelId="{C79AFC30-A55B-482D-84A7-E2A73EF89E4E}" type="pres">
      <dgm:prSet presAssocID="{2D1E943D-7D67-4DBC-A790-74F9BA1C801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5AF8F0A-5277-4E19-B3AA-DD0C0B9B2705}" type="presOf" srcId="{7E66BF4A-81F9-41C3-9F7E-11B8CF1C4E66}" destId="{C79AFC30-A55B-482D-84A7-E2A73EF89E4E}" srcOrd="0" destOrd="0" presId="urn:microsoft.com/office/officeart/2005/8/layout/vList2"/>
    <dgm:cxn modelId="{45BBB538-1001-48A4-9FC4-14E6A212B2DF}" type="presOf" srcId="{F2FBBC98-3E9A-4006-952A-41D06028BDC3}" destId="{F94C606A-0ED8-417F-9F8B-98FFFF7246AE}" srcOrd="0" destOrd="2" presId="urn:microsoft.com/office/officeart/2005/8/layout/vList2"/>
    <dgm:cxn modelId="{0C42CE5C-4D29-4205-8C20-36B9EF17C93A}" type="presOf" srcId="{9BCA948D-F830-46B4-B003-BFB1E3F00321}" destId="{C79AFC30-A55B-482D-84A7-E2A73EF89E4E}" srcOrd="0" destOrd="1" presId="urn:microsoft.com/office/officeart/2005/8/layout/vList2"/>
    <dgm:cxn modelId="{409FE468-C825-49A5-8C9A-6ACBC8CB9548}" srcId="{9E040FD1-C7BA-45B3-A568-CDA74A8505C1}" destId="{2D1E943D-7D67-4DBC-A790-74F9BA1C8016}" srcOrd="1" destOrd="0" parTransId="{D7F3FF8E-83D9-4BB9-870F-EA6CB6F62ABC}" sibTransId="{A475F738-DD2A-4DA3-ABF8-DCC3AACBD452}"/>
    <dgm:cxn modelId="{3EFEFF4F-3D70-478E-9CF2-AB70871057D7}" srcId="{E8FFE4AE-3D1E-46B2-9646-97F966461336}" destId="{CC56068A-230E-4CD5-8D87-13B9C212DD82}" srcOrd="0" destOrd="0" parTransId="{5C0AC023-E4C1-42D8-BB16-6AA27114972F}" sibTransId="{5C97CA26-17F5-4302-AF87-D285489E244F}"/>
    <dgm:cxn modelId="{3C0A3173-71B4-49C3-97BC-BC29ADE9D009}" type="presOf" srcId="{E8FFE4AE-3D1E-46B2-9646-97F966461336}" destId="{91E00378-1E6B-4889-83D7-CC78231AA41F}" srcOrd="0" destOrd="0" presId="urn:microsoft.com/office/officeart/2005/8/layout/vList2"/>
    <dgm:cxn modelId="{D9713D7D-8A7E-4EFB-A483-10C43A4C5F7D}" srcId="{E8FFE4AE-3D1E-46B2-9646-97F966461336}" destId="{346B9783-8BEA-4A16-B09B-3A90B888A3BF}" srcOrd="1" destOrd="0" parTransId="{96A6E8B1-254A-46C5-AF1E-8F1BB107DA15}" sibTransId="{FC1BAF10-616A-49D0-B4DC-155F50AF6DAA}"/>
    <dgm:cxn modelId="{12A63493-777B-4E55-800B-EB0820D912EE}" type="presOf" srcId="{CC56068A-230E-4CD5-8D87-13B9C212DD82}" destId="{F94C606A-0ED8-417F-9F8B-98FFFF7246AE}" srcOrd="0" destOrd="0" presId="urn:microsoft.com/office/officeart/2005/8/layout/vList2"/>
    <dgm:cxn modelId="{6AECCE9C-B83D-43B3-BE9D-4CC374BE2A94}" srcId="{2D1E943D-7D67-4DBC-A790-74F9BA1C8016}" destId="{7E66BF4A-81F9-41C3-9F7E-11B8CF1C4E66}" srcOrd="0" destOrd="0" parTransId="{91E7F731-5CBD-405D-A998-543F585F4FCD}" sibTransId="{FD007828-77A1-4BF6-9EB6-D604C957EC08}"/>
    <dgm:cxn modelId="{859075A3-9521-459A-B7F5-623AA082AAC2}" type="presOf" srcId="{346B9783-8BEA-4A16-B09B-3A90B888A3BF}" destId="{F94C606A-0ED8-417F-9F8B-98FFFF7246AE}" srcOrd="0" destOrd="1" presId="urn:microsoft.com/office/officeart/2005/8/layout/vList2"/>
    <dgm:cxn modelId="{B3E2F0A8-9809-4782-9037-424DEE807F9B}" type="presOf" srcId="{2D1E943D-7D67-4DBC-A790-74F9BA1C8016}" destId="{1A869AA5-0326-449E-8129-0AE2F9B36AB4}" srcOrd="0" destOrd="0" presId="urn:microsoft.com/office/officeart/2005/8/layout/vList2"/>
    <dgm:cxn modelId="{5B44CCAB-4EA0-43E3-85BF-9E243260E637}" type="presOf" srcId="{9E040FD1-C7BA-45B3-A568-CDA74A8505C1}" destId="{0DF92C7B-273F-4BA8-8C6E-45E7999DEF67}" srcOrd="0" destOrd="0" presId="urn:microsoft.com/office/officeart/2005/8/layout/vList2"/>
    <dgm:cxn modelId="{2D3C21B8-5DA1-43B9-B448-26D0B332F52F}" srcId="{E8FFE4AE-3D1E-46B2-9646-97F966461336}" destId="{F2FBBC98-3E9A-4006-952A-41D06028BDC3}" srcOrd="2" destOrd="0" parTransId="{F7ED8CA9-61CD-4B26-9A59-F3F0E984F81F}" sibTransId="{0AC89B6C-10A6-42EB-8576-481D6AC805F4}"/>
    <dgm:cxn modelId="{6C150BD6-ECA7-4A4C-A644-6C43D47A5C19}" srcId="{9E040FD1-C7BA-45B3-A568-CDA74A8505C1}" destId="{E8FFE4AE-3D1E-46B2-9646-97F966461336}" srcOrd="0" destOrd="0" parTransId="{9BB236FE-EEDA-4F54-9A89-3E7D727A20B5}" sibTransId="{07D96081-0B91-44E7-AB13-4B601AD9C40F}"/>
    <dgm:cxn modelId="{940ED6FC-ACBF-44F6-9F42-9592E5D71000}" srcId="{2D1E943D-7D67-4DBC-A790-74F9BA1C8016}" destId="{9BCA948D-F830-46B4-B003-BFB1E3F00321}" srcOrd="1" destOrd="0" parTransId="{454BE313-26D6-4B08-91E6-CF25C626EE2F}" sibTransId="{B071A2B1-25B0-487E-ACEF-F08D874D4224}"/>
    <dgm:cxn modelId="{E0E68023-4D81-48D2-BEEC-2C22BB6EB9C7}" type="presParOf" srcId="{0DF92C7B-273F-4BA8-8C6E-45E7999DEF67}" destId="{91E00378-1E6B-4889-83D7-CC78231AA41F}" srcOrd="0" destOrd="0" presId="urn:microsoft.com/office/officeart/2005/8/layout/vList2"/>
    <dgm:cxn modelId="{1952D6D4-8165-41E8-B4E9-924B269C4B7B}" type="presParOf" srcId="{0DF92C7B-273F-4BA8-8C6E-45E7999DEF67}" destId="{F94C606A-0ED8-417F-9F8B-98FFFF7246AE}" srcOrd="1" destOrd="0" presId="urn:microsoft.com/office/officeart/2005/8/layout/vList2"/>
    <dgm:cxn modelId="{2E17BF4D-93F1-4230-96E3-21E93B521C5A}" type="presParOf" srcId="{0DF92C7B-273F-4BA8-8C6E-45E7999DEF67}" destId="{1A869AA5-0326-449E-8129-0AE2F9B36AB4}" srcOrd="2" destOrd="0" presId="urn:microsoft.com/office/officeart/2005/8/layout/vList2"/>
    <dgm:cxn modelId="{1358A5CC-0102-41FC-BC29-7A3E645F2C0E}" type="presParOf" srcId="{0DF92C7B-273F-4BA8-8C6E-45E7999DEF67}" destId="{C79AFC30-A55B-482D-84A7-E2A73EF89E4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09EB5-8A5D-4E5C-9E9E-2C2596FBB2AE}">
      <dsp:nvSpPr>
        <dsp:cNvPr id="0" name=""/>
        <dsp:cNvSpPr/>
      </dsp:nvSpPr>
      <dsp:spPr>
        <a:xfrm>
          <a:off x="0" y="94000"/>
          <a:ext cx="10353761" cy="822510"/>
        </a:xfrm>
        <a:prstGeom prst="roundRect">
          <a:avLst/>
        </a:prstGeom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Project sponsor:</a:t>
          </a:r>
        </a:p>
      </dsp:txBody>
      <dsp:txXfrm>
        <a:off x="40152" y="134152"/>
        <a:ext cx="10273457" cy="742206"/>
      </dsp:txXfrm>
    </dsp:sp>
    <dsp:sp modelId="{BAED613B-3712-4CD0-8667-3CEAAA67486A}">
      <dsp:nvSpPr>
        <dsp:cNvPr id="0" name=""/>
        <dsp:cNvSpPr/>
      </dsp:nvSpPr>
      <dsp:spPr>
        <a:xfrm>
          <a:off x="0" y="916510"/>
          <a:ext cx="10353761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 dirty="0"/>
            <a:t>The stakeholders of the company.</a:t>
          </a:r>
          <a:endParaRPr lang="en-US" sz="2900" kern="1200" dirty="0"/>
        </a:p>
      </dsp:txBody>
      <dsp:txXfrm>
        <a:off x="0" y="916510"/>
        <a:ext cx="10353761" cy="612720"/>
      </dsp:txXfrm>
    </dsp:sp>
    <dsp:sp modelId="{295E3E8D-4A18-41A0-B14B-AD12A561F370}">
      <dsp:nvSpPr>
        <dsp:cNvPr id="0" name=""/>
        <dsp:cNvSpPr/>
      </dsp:nvSpPr>
      <dsp:spPr>
        <a:xfrm>
          <a:off x="0" y="1529230"/>
          <a:ext cx="10353761" cy="822510"/>
        </a:xfrm>
        <a:prstGeom prst="roundRect">
          <a:avLst/>
        </a:prstGeom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Business needs: </a:t>
          </a:r>
        </a:p>
      </dsp:txBody>
      <dsp:txXfrm>
        <a:off x="40152" y="1569382"/>
        <a:ext cx="10273457" cy="742206"/>
      </dsp:txXfrm>
    </dsp:sp>
    <dsp:sp modelId="{819B752B-4AFF-4D9B-9F5A-ED3831830FC4}">
      <dsp:nvSpPr>
        <dsp:cNvPr id="0" name=""/>
        <dsp:cNvSpPr/>
      </dsp:nvSpPr>
      <dsp:spPr>
        <a:xfrm>
          <a:off x="0" y="2351741"/>
          <a:ext cx="10353761" cy="241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/>
            <a:t>The name of the company be popular. 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 dirty="0"/>
            <a:t>Increase the rate of sales.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/>
            <a:t>Take the biggest share of the market.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/>
            <a:t>The company provide more people with computers.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 dirty="0"/>
            <a:t>The company name spread among youth.</a:t>
          </a:r>
          <a:endParaRPr lang="en-US" sz="2900" kern="1200" dirty="0"/>
        </a:p>
      </dsp:txBody>
      <dsp:txXfrm>
        <a:off x="0" y="2351741"/>
        <a:ext cx="10353761" cy="24125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F51C9-CD34-4F2D-BF53-C509DD8D058A}">
      <dsp:nvSpPr>
        <dsp:cNvPr id="0" name=""/>
        <dsp:cNvSpPr/>
      </dsp:nvSpPr>
      <dsp:spPr>
        <a:xfrm>
          <a:off x="0" y="265567"/>
          <a:ext cx="10353761" cy="818999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Business requirements:</a:t>
          </a:r>
          <a:endParaRPr lang="en-US" sz="3500" kern="1200" dirty="0"/>
        </a:p>
      </dsp:txBody>
      <dsp:txXfrm>
        <a:off x="39980" y="305547"/>
        <a:ext cx="10273801" cy="739039"/>
      </dsp:txXfrm>
    </dsp:sp>
    <dsp:sp modelId="{7777DC06-1363-4E27-93DC-FCA08B5B3505}">
      <dsp:nvSpPr>
        <dsp:cNvPr id="0" name=""/>
        <dsp:cNvSpPr/>
      </dsp:nvSpPr>
      <dsp:spPr>
        <a:xfrm>
          <a:off x="0" y="1084567"/>
          <a:ext cx="10353761" cy="376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/>
            <a:t>The website visited by more than 30,000 people in the month.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/>
            <a:t>A database about the customers that buy from us.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/>
            <a:t>Weekly reports about the most sold products and least ones. 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/>
            <a:t>Questionnaires for the visitors to know their opinions about our services.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/>
            <a:t>The website should be secured and avoid failing.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/>
            <a:t>The website should be provided with customer service.</a:t>
          </a:r>
          <a:endParaRPr lang="en-US" sz="2700" kern="1200"/>
        </a:p>
      </dsp:txBody>
      <dsp:txXfrm>
        <a:off x="0" y="1084567"/>
        <a:ext cx="10353761" cy="3767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FCDF5-380E-4CF8-8EFD-84900DB8E2FE}">
      <dsp:nvSpPr>
        <dsp:cNvPr id="0" name=""/>
        <dsp:cNvSpPr/>
      </dsp:nvSpPr>
      <dsp:spPr>
        <a:xfrm>
          <a:off x="0" y="35386"/>
          <a:ext cx="10353761" cy="823680"/>
        </a:xfrm>
        <a:prstGeom prst="roundRect">
          <a:avLst/>
        </a:prstGeom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Business value:</a:t>
          </a:r>
        </a:p>
      </dsp:txBody>
      <dsp:txXfrm>
        <a:off x="40209" y="75595"/>
        <a:ext cx="10273343" cy="743262"/>
      </dsp:txXfrm>
    </dsp:sp>
    <dsp:sp modelId="{4C666DE9-EEA2-464F-9137-3ACCF8382AA4}">
      <dsp:nvSpPr>
        <dsp:cNvPr id="0" name=""/>
        <dsp:cNvSpPr/>
      </dsp:nvSpPr>
      <dsp:spPr>
        <a:xfrm>
          <a:off x="0" y="859066"/>
          <a:ext cx="10353761" cy="2914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34290" rIns="192024" bIns="34290" numCol="1" spcCol="1270" anchor="t" anchorCtr="0">
          <a:noAutofit/>
        </a:bodyPr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000" kern="120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Ease the way of selling the products.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The website will increase our sales rate.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Take a share from the online shopping in this field.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Raise our reputation in fixing the computer and its supply.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700" b="1" kern="1200" dirty="0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latin typeface="Rockwell" panose="02060603020205020403"/>
            <a:ea typeface="+mn-ea"/>
            <a:cs typeface="+mn-cs"/>
          </a:endParaRPr>
        </a:p>
      </dsp:txBody>
      <dsp:txXfrm>
        <a:off x="0" y="859066"/>
        <a:ext cx="10353761" cy="2914560"/>
      </dsp:txXfrm>
    </dsp:sp>
    <dsp:sp modelId="{D39BA458-5AD3-486A-818E-21031EA819FC}">
      <dsp:nvSpPr>
        <dsp:cNvPr id="0" name=""/>
        <dsp:cNvSpPr/>
      </dsp:nvSpPr>
      <dsp:spPr>
        <a:xfrm>
          <a:off x="0" y="3773626"/>
          <a:ext cx="10353761" cy="823680"/>
        </a:xfrm>
        <a:prstGeom prst="roundRect">
          <a:avLst/>
        </a:prstGeom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Special issue:</a:t>
          </a:r>
        </a:p>
      </dsp:txBody>
      <dsp:txXfrm>
        <a:off x="40209" y="3813835"/>
        <a:ext cx="10273343" cy="743262"/>
      </dsp:txXfrm>
    </dsp:sp>
    <dsp:sp modelId="{7F9C4860-8FBC-4F27-8D8A-E07569947B3F}">
      <dsp:nvSpPr>
        <dsp:cNvPr id="0" name=""/>
        <dsp:cNvSpPr/>
      </dsp:nvSpPr>
      <dsp:spPr>
        <a:xfrm>
          <a:off x="0" y="4597306"/>
          <a:ext cx="10353761" cy="168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34290" rIns="192024" bIns="3429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US" sz="2700" b="1" kern="1200" dirty="0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latin typeface="Rockwell" panose="02060603020205020403"/>
            <a:ea typeface="+mn-ea"/>
            <a:cs typeface="+mn-cs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Deadline on 10th of December.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  <a:ea typeface="+mn-ea"/>
              <a:cs typeface="+mn-cs"/>
            </a:rPr>
            <a:t>System can be visited by more than 10,000 people in the same time.</a:t>
          </a:r>
        </a:p>
      </dsp:txBody>
      <dsp:txXfrm>
        <a:off x="0" y="4597306"/>
        <a:ext cx="10353761" cy="16849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681F2-2195-4F5C-A04E-4FBD62EAB49F}">
      <dsp:nvSpPr>
        <dsp:cNvPr id="0" name=""/>
        <dsp:cNvSpPr/>
      </dsp:nvSpPr>
      <dsp:spPr>
        <a:xfrm>
          <a:off x="0" y="98196"/>
          <a:ext cx="10353761" cy="823680"/>
        </a:xfrm>
        <a:prstGeom prst="roundRect">
          <a:avLst/>
        </a:prstGeom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Technical feasibility:</a:t>
          </a:r>
        </a:p>
      </dsp:txBody>
      <dsp:txXfrm>
        <a:off x="40209" y="138405"/>
        <a:ext cx="10273343" cy="743262"/>
      </dsp:txXfrm>
    </dsp:sp>
    <dsp:sp modelId="{AF1532AA-5F87-4EE9-AF3E-4C59379AAA88}">
      <dsp:nvSpPr>
        <dsp:cNvPr id="0" name=""/>
        <dsp:cNvSpPr/>
      </dsp:nvSpPr>
      <dsp:spPr>
        <a:xfrm>
          <a:off x="0" y="921876"/>
          <a:ext cx="10353761" cy="1258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 dirty="0"/>
            <a:t>The company has good computers can run the website fast.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 dirty="0"/>
            <a:t>There are skilled people that can control the website.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 dirty="0"/>
            <a:t>They don’t have a good network service.</a:t>
          </a:r>
          <a:endParaRPr lang="en-US" sz="2500" kern="1200" dirty="0"/>
        </a:p>
      </dsp:txBody>
      <dsp:txXfrm>
        <a:off x="0" y="921876"/>
        <a:ext cx="10353761" cy="1258560"/>
      </dsp:txXfrm>
    </dsp:sp>
    <dsp:sp modelId="{D90888A2-EB6F-477F-998E-F141C3AB4BBB}">
      <dsp:nvSpPr>
        <dsp:cNvPr id="0" name=""/>
        <dsp:cNvSpPr/>
      </dsp:nvSpPr>
      <dsp:spPr>
        <a:xfrm>
          <a:off x="0" y="2180436"/>
          <a:ext cx="10353761" cy="823680"/>
        </a:xfrm>
        <a:prstGeom prst="roundRect">
          <a:avLst/>
        </a:prstGeom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Economic feasibility:</a:t>
          </a:r>
        </a:p>
      </dsp:txBody>
      <dsp:txXfrm>
        <a:off x="40209" y="2220645"/>
        <a:ext cx="10273343" cy="743262"/>
      </dsp:txXfrm>
    </dsp:sp>
    <dsp:sp modelId="{BFC31BE8-A749-4384-9FBE-5A5A9347C1F5}">
      <dsp:nvSpPr>
        <dsp:cNvPr id="0" name=""/>
        <dsp:cNvSpPr/>
      </dsp:nvSpPr>
      <dsp:spPr>
        <a:xfrm>
          <a:off x="0" y="3004116"/>
          <a:ext cx="10353761" cy="1589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/>
            <a:t>The website will cost 50,000 L.E to be implemented.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/>
            <a:t>It will cost 1,000 L.E yearly wages as a regular maintenance.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/>
            <a:t>The system will be visited by approximately 50,000 user per month.</a:t>
          </a:r>
          <a:endParaRPr lang="en-US" sz="2500" kern="1200"/>
        </a:p>
      </dsp:txBody>
      <dsp:txXfrm>
        <a:off x="0" y="3004116"/>
        <a:ext cx="10353761" cy="1589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00378-1E6B-4889-83D7-CC78231AA41F}">
      <dsp:nvSpPr>
        <dsp:cNvPr id="0" name=""/>
        <dsp:cNvSpPr/>
      </dsp:nvSpPr>
      <dsp:spPr>
        <a:xfrm>
          <a:off x="0" y="0"/>
          <a:ext cx="10353761" cy="823680"/>
        </a:xfrm>
        <a:prstGeom prst="roundRect">
          <a:avLst/>
        </a:prstGeom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Operational feasibility:</a:t>
          </a:r>
        </a:p>
      </dsp:txBody>
      <dsp:txXfrm>
        <a:off x="40209" y="40209"/>
        <a:ext cx="10273343" cy="743262"/>
      </dsp:txXfrm>
    </dsp:sp>
    <dsp:sp modelId="{F94C606A-0ED8-417F-9F8B-98FFFF7246AE}">
      <dsp:nvSpPr>
        <dsp:cNvPr id="0" name=""/>
        <dsp:cNvSpPr/>
      </dsp:nvSpPr>
      <dsp:spPr>
        <a:xfrm>
          <a:off x="0" y="837269"/>
          <a:ext cx="10353761" cy="1589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/>
            <a:t>The website pages will be loaded in 0.01 sec for good networks.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/>
            <a:t>It will have a good design for youth people.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 dirty="0"/>
            <a:t>The prices and installment conditions will be obvious.</a:t>
          </a:r>
          <a:endParaRPr lang="en-US" sz="2500" kern="1200" dirty="0"/>
        </a:p>
      </dsp:txBody>
      <dsp:txXfrm>
        <a:off x="0" y="837269"/>
        <a:ext cx="10353761" cy="1589760"/>
      </dsp:txXfrm>
    </dsp:sp>
    <dsp:sp modelId="{1A869AA5-0326-449E-8129-0AE2F9B36AB4}">
      <dsp:nvSpPr>
        <dsp:cNvPr id="0" name=""/>
        <dsp:cNvSpPr/>
      </dsp:nvSpPr>
      <dsp:spPr>
        <a:xfrm>
          <a:off x="0" y="2427029"/>
          <a:ext cx="10353761" cy="823680"/>
        </a:xfrm>
        <a:prstGeom prst="roundRect">
          <a:avLst/>
        </a:prstGeom>
        <a:solidFill>
          <a:srgbClr val="9ABC65">
            <a:shade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solidFill>
                <a:prstClr val="white"/>
              </a:solidFill>
              <a:latin typeface="Rockwell" panose="02060603020205020403"/>
              <a:ea typeface="+mn-ea"/>
              <a:cs typeface="+mn-cs"/>
            </a:rPr>
            <a:t>Schedule feasibility:</a:t>
          </a:r>
        </a:p>
      </dsp:txBody>
      <dsp:txXfrm>
        <a:off x="40209" y="2467238"/>
        <a:ext cx="10273343" cy="743262"/>
      </dsp:txXfrm>
    </dsp:sp>
    <dsp:sp modelId="{C79AFC30-A55B-482D-84A7-E2A73EF89E4E}">
      <dsp:nvSpPr>
        <dsp:cNvPr id="0" name=""/>
        <dsp:cNvSpPr/>
      </dsp:nvSpPr>
      <dsp:spPr>
        <a:xfrm>
          <a:off x="0" y="3250710"/>
          <a:ext cx="10353761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3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/>
            <a:t>The system will be ready in 2 months and 10 days.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/>
            <a:t>There will be a trial for 1st version in 15 days.</a:t>
          </a:r>
          <a:endParaRPr lang="en-US" sz="2500" kern="1200"/>
        </a:p>
      </dsp:txBody>
      <dsp:txXfrm>
        <a:off x="0" y="3250710"/>
        <a:ext cx="10353761" cy="82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2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6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81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9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32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8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7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12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9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2158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35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54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52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82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7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84E77-987C-4823-8EA5-FB3303BF62C4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ED215-9C81-49A2-9024-066AD12E1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08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6" r:id="rId12"/>
    <p:sldLayoutId id="2147484027" r:id="rId13"/>
    <p:sldLayoutId id="2147484028" r:id="rId14"/>
    <p:sldLayoutId id="2147484029" r:id="rId15"/>
    <p:sldLayoutId id="2147484030" r:id="rId16"/>
    <p:sldLayoutId id="214748403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F248-5465-1D93-DBF8-E7831FCAD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953636"/>
            <a:ext cx="9001462" cy="2387600"/>
          </a:xfrm>
        </p:spPr>
        <p:txBody>
          <a:bodyPr>
            <a:normAutofit/>
          </a:bodyPr>
          <a:lstStyle/>
          <a:p>
            <a:r>
              <a:rPr lang="en-US" sz="4400" dirty="0"/>
              <a:t>Computer and its supply website</a:t>
            </a:r>
          </a:p>
        </p:txBody>
      </p:sp>
    </p:spTree>
    <p:extLst>
      <p:ext uri="{BB962C8B-B14F-4D97-AF65-F5344CB8AC3E}">
        <p14:creationId xmlns:p14="http://schemas.microsoft.com/office/powerpoint/2010/main" val="3860198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DB36-6AAB-BC50-DED8-006BB4C1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Idea of the project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DC077-627A-DC7A-BD13-FCDE8D59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A company sells and fixes the computer and it’s supply in a shop and wants to   improve their business by setting up a new website to be reached by more people.</a:t>
            </a:r>
            <a:endParaRPr lang="en-US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443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6AEF-605E-810F-E8F6-3DE4DEAD2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428" y="43421"/>
            <a:ext cx="6392572" cy="1326321"/>
          </a:xfrm>
        </p:spPr>
        <p:txBody>
          <a:bodyPr/>
          <a:lstStyle/>
          <a:p>
            <a:r>
              <a:rPr lang="en-US" dirty="0"/>
              <a:t>System request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9FBFCD-8A60-6398-71C8-B6A88659A2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628349"/>
              </p:ext>
            </p:extLst>
          </p:nvPr>
        </p:nvGraphicFramePr>
        <p:xfrm>
          <a:off x="498158" y="1293091"/>
          <a:ext cx="10353762" cy="4858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5683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299D67-E9CE-2E05-599A-1A4F60D90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454241"/>
              </p:ext>
            </p:extLst>
          </p:nvPr>
        </p:nvGraphicFramePr>
        <p:xfrm>
          <a:off x="498159" y="599773"/>
          <a:ext cx="10353762" cy="5117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59653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237B9C-AFBD-DB6E-2719-0CB3CD0A2A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527214"/>
              </p:ext>
            </p:extLst>
          </p:nvPr>
        </p:nvGraphicFramePr>
        <p:xfrm>
          <a:off x="470450" y="277091"/>
          <a:ext cx="10353762" cy="6317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87201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A793E-CA4F-7477-78A7-5969C288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85424"/>
            <a:ext cx="10353761" cy="1326321"/>
          </a:xfrm>
        </p:spPr>
        <p:txBody>
          <a:bodyPr/>
          <a:lstStyle/>
          <a:p>
            <a:r>
              <a:rPr lang="en-US" dirty="0"/>
              <a:t>Feasibility study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CF550C1-C8DC-22FD-9A72-8FF6F9C25A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329099"/>
              </p:ext>
            </p:extLst>
          </p:nvPr>
        </p:nvGraphicFramePr>
        <p:xfrm>
          <a:off x="913795" y="1671781"/>
          <a:ext cx="10353762" cy="4692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0990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D19E25-E69E-83D2-3720-F75336D95C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760058"/>
              </p:ext>
            </p:extLst>
          </p:nvPr>
        </p:nvGraphicFramePr>
        <p:xfrm>
          <a:off x="470449" y="1061591"/>
          <a:ext cx="10353762" cy="4092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78598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B0EB-FB6F-8CEE-2A66-D61FE1966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2972-0016-63E0-EDFC-9FA71BC21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 defTabSz="11112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2500" b="1" dirty="0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We will use agile development as we want a continuous communication with the stakeholders about our versions.</a:t>
            </a:r>
          </a:p>
          <a:p>
            <a:pPr marL="228600" lvl="1" defTabSz="11112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</a:pPr>
            <a:endParaRPr lang="en-US" sz="2500" b="1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</a:endParaRPr>
          </a:p>
        </p:txBody>
      </p:sp>
    </p:spTree>
    <p:extLst>
      <p:ext uri="{BB962C8B-B14F-4D97-AF65-F5344CB8AC3E}">
        <p14:creationId xmlns:p14="http://schemas.microsoft.com/office/powerpoint/2010/main" val="1302437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FCA81-2A2A-71C0-B50F-4E20D336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estimation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1050E-3CAC-BAFD-4C5D-18733BFBF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34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The percentage of phases time is: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34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Planning → 30%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34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Analysis → 20%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34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Design → 20%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4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Implementation → 30%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95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0131-51BB-D936-7280-7A495B45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09" y="110836"/>
            <a:ext cx="10353761" cy="1326321"/>
          </a:xfrm>
        </p:spPr>
        <p:txBody>
          <a:bodyPr/>
          <a:lstStyle/>
          <a:p>
            <a:r>
              <a:rPr lang="en-US" dirty="0"/>
              <a:t>Task identification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9BA77F-B2FA-D46A-F0E1-75019510A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37157"/>
            <a:ext cx="10353675" cy="4548007"/>
          </a:xfrm>
        </p:spPr>
      </p:pic>
    </p:spTree>
    <p:extLst>
      <p:ext uri="{BB962C8B-B14F-4D97-AF65-F5344CB8AC3E}">
        <p14:creationId xmlns:p14="http://schemas.microsoft.com/office/powerpoint/2010/main" val="3227985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11D4-DA75-9D21-1032-8EE198EE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9309"/>
            <a:ext cx="10353761" cy="1326321"/>
          </a:xfrm>
        </p:spPr>
        <p:txBody>
          <a:bodyPr/>
          <a:lstStyle/>
          <a:p>
            <a:r>
              <a:rPr lang="en-US" dirty="0"/>
              <a:t>Pert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1DEF9E-D481-7BAA-D27A-576CE9302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451915"/>
            <a:ext cx="10329585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5044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2F0B-DD8F-4DB3-6EA0-15598F3B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30909"/>
            <a:ext cx="10353761" cy="1326321"/>
          </a:xfrm>
        </p:spPr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F6A9B7-AF9B-E82A-A909-25195859C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054" y="1755981"/>
            <a:ext cx="9725891" cy="3554927"/>
          </a:xfrm>
        </p:spPr>
      </p:pic>
    </p:spTree>
    <p:extLst>
      <p:ext uri="{BB962C8B-B14F-4D97-AF65-F5344CB8AC3E}">
        <p14:creationId xmlns:p14="http://schemas.microsoft.com/office/powerpoint/2010/main" val="4212703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F7A8-FA05-941B-9A58-15638997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3127"/>
            <a:ext cx="10353761" cy="1326321"/>
          </a:xfrm>
        </p:spPr>
        <p:txBody>
          <a:bodyPr/>
          <a:lstStyle/>
          <a:p>
            <a:r>
              <a:rPr lang="en-US" dirty="0"/>
              <a:t>Scope management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0D21F2D3-9839-1002-87AF-64C4910A02FE}"/>
              </a:ext>
            </a:extLst>
          </p:cNvPr>
          <p:cNvSpPr/>
          <p:nvPr/>
        </p:nvSpPr>
        <p:spPr>
          <a:xfrm>
            <a:off x="4313381" y="1734127"/>
            <a:ext cx="2743200" cy="762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Yousef Nasr</a:t>
            </a:r>
            <a:endParaRPr lang="ar-EG" b="1" dirty="0"/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61F8F97C-2591-8EC2-B0E6-C0E7903ECD7E}"/>
              </a:ext>
            </a:extLst>
          </p:cNvPr>
          <p:cNvSpPr/>
          <p:nvPr/>
        </p:nvSpPr>
        <p:spPr>
          <a:xfrm>
            <a:off x="4656281" y="2877127"/>
            <a:ext cx="2057400" cy="6858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Khaled Waleed</a:t>
            </a:r>
            <a:endParaRPr lang="ar-EG" b="1" dirty="0"/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22C59780-4F08-4922-E848-B6CE687A2F5F}"/>
              </a:ext>
            </a:extLst>
          </p:cNvPr>
          <p:cNvSpPr/>
          <p:nvPr/>
        </p:nvSpPr>
        <p:spPr>
          <a:xfrm>
            <a:off x="4656281" y="3943927"/>
            <a:ext cx="2057400" cy="6858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Abd-</a:t>
            </a:r>
            <a:r>
              <a:rPr lang="en-US" b="1" dirty="0" err="1"/>
              <a:t>Elrhman</a:t>
            </a:r>
            <a:r>
              <a:rPr lang="en-US" b="1" dirty="0"/>
              <a:t> Mohamed</a:t>
            </a:r>
            <a:endParaRPr lang="ar-EG" b="1" dirty="0"/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41174B7F-99F5-2031-FE07-9E3067D0931E}"/>
              </a:ext>
            </a:extLst>
          </p:cNvPr>
          <p:cNvSpPr/>
          <p:nvPr/>
        </p:nvSpPr>
        <p:spPr>
          <a:xfrm>
            <a:off x="4656281" y="5086927"/>
            <a:ext cx="2057400" cy="6858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Senior developer</a:t>
            </a:r>
            <a:endParaRPr lang="ar-EG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7B01FA-DD8D-CBA6-6607-8F628671EF0F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5684981" y="2496127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2C3C5BA-CA6B-C090-9C80-5C187BA69297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5684981" y="3562927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F474F8-05A9-00DD-EE61-69B3D72272C8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5684981" y="4629727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37AD121-8B9A-A6B4-6495-363C39BEDD0A}"/>
              </a:ext>
            </a:extLst>
          </p:cNvPr>
          <p:cNvSpPr/>
          <p:nvPr/>
        </p:nvSpPr>
        <p:spPr>
          <a:xfrm>
            <a:off x="7513780" y="1980947"/>
            <a:ext cx="2057399" cy="85807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Junior Analyst</a:t>
            </a:r>
            <a:endParaRPr lang="ar-EG" b="1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705D5E-1D81-BBC6-F94C-099C011D441F}"/>
              </a:ext>
            </a:extLst>
          </p:cNvPr>
          <p:cNvSpPr/>
          <p:nvPr/>
        </p:nvSpPr>
        <p:spPr>
          <a:xfrm>
            <a:off x="7513780" y="3029527"/>
            <a:ext cx="2156691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Junior Analyst</a:t>
            </a:r>
            <a:endParaRPr lang="ar-EG" b="1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CCC373-8747-B4FC-E76A-3B7B4969D3D7}"/>
              </a:ext>
            </a:extLst>
          </p:cNvPr>
          <p:cNvSpPr/>
          <p:nvPr/>
        </p:nvSpPr>
        <p:spPr>
          <a:xfrm>
            <a:off x="2401461" y="4172527"/>
            <a:ext cx="175952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Junior Designer</a:t>
            </a:r>
            <a:endParaRPr lang="ar-EG" b="1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B2A7CF3-C884-645E-6D63-FF6F80D6E054}"/>
              </a:ext>
            </a:extLst>
          </p:cNvPr>
          <p:cNvSpPr/>
          <p:nvPr/>
        </p:nvSpPr>
        <p:spPr>
          <a:xfrm>
            <a:off x="2401461" y="3029527"/>
            <a:ext cx="175952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Junior Designer</a:t>
            </a:r>
            <a:endParaRPr lang="ar-EG" b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1E248B1-0C24-9971-49F2-34FC7B3550F1}"/>
              </a:ext>
            </a:extLst>
          </p:cNvPr>
          <p:cNvSpPr/>
          <p:nvPr/>
        </p:nvSpPr>
        <p:spPr>
          <a:xfrm>
            <a:off x="7513780" y="4096327"/>
            <a:ext cx="2156691" cy="762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Junior Developer</a:t>
            </a:r>
            <a:endParaRPr lang="ar-EG" b="1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B69264B-4A5A-F350-1FD9-D0425878135C}"/>
              </a:ext>
            </a:extLst>
          </p:cNvPr>
          <p:cNvSpPr/>
          <p:nvPr/>
        </p:nvSpPr>
        <p:spPr>
          <a:xfrm>
            <a:off x="7517409" y="5239326"/>
            <a:ext cx="2153062" cy="87630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Junior Developer</a:t>
            </a:r>
            <a:endParaRPr lang="ar-EG" b="1" dirty="0"/>
          </a:p>
        </p:txBody>
      </p:sp>
      <p:cxnSp>
        <p:nvCxnSpPr>
          <p:cNvPr id="29" name="Curved Connector 21">
            <a:extLst>
              <a:ext uri="{FF2B5EF4-FFF2-40B4-BE49-F238E27FC236}">
                <a16:creationId xmlns:a16="http://schemas.microsoft.com/office/drawing/2014/main" id="{8B489124-AEAE-B195-3FC3-92FB5B479C0B}"/>
              </a:ext>
            </a:extLst>
          </p:cNvPr>
          <p:cNvCxnSpPr>
            <a:cxnSpLocks/>
            <a:stCxn id="17" idx="3"/>
            <a:endCxn id="23" idx="2"/>
          </p:cNvCxnSpPr>
          <p:nvPr/>
        </p:nvCxnSpPr>
        <p:spPr>
          <a:xfrm flipV="1">
            <a:off x="6713681" y="2409987"/>
            <a:ext cx="800099" cy="810040"/>
          </a:xfrm>
          <a:prstGeom prst="curvedConnector3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Curved Connector 23">
            <a:extLst>
              <a:ext uri="{FF2B5EF4-FFF2-40B4-BE49-F238E27FC236}">
                <a16:creationId xmlns:a16="http://schemas.microsoft.com/office/drawing/2014/main" id="{39E30D20-BF9D-7E77-87C3-AFF162902FF8}"/>
              </a:ext>
            </a:extLst>
          </p:cNvPr>
          <p:cNvCxnSpPr>
            <a:cxnSpLocks/>
            <a:stCxn id="17" idx="3"/>
            <a:endCxn id="24" idx="2"/>
          </p:cNvCxnSpPr>
          <p:nvPr/>
        </p:nvCxnSpPr>
        <p:spPr>
          <a:xfrm>
            <a:off x="6713681" y="3220027"/>
            <a:ext cx="800099" cy="266700"/>
          </a:xfrm>
          <a:prstGeom prst="curvedConnector3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Curved Connector 25">
            <a:extLst>
              <a:ext uri="{FF2B5EF4-FFF2-40B4-BE49-F238E27FC236}">
                <a16:creationId xmlns:a16="http://schemas.microsoft.com/office/drawing/2014/main" id="{D9C7D556-65D0-D3FF-B882-BF5F891AFB64}"/>
              </a:ext>
            </a:extLst>
          </p:cNvPr>
          <p:cNvCxnSpPr>
            <a:cxnSpLocks/>
            <a:stCxn id="18" idx="1"/>
            <a:endCxn id="26" idx="6"/>
          </p:cNvCxnSpPr>
          <p:nvPr/>
        </p:nvCxnSpPr>
        <p:spPr>
          <a:xfrm rot="10800000">
            <a:off x="4160981" y="3410527"/>
            <a:ext cx="495300" cy="876300"/>
          </a:xfrm>
          <a:prstGeom prst="curvedConnector3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Curved Connector 27">
            <a:extLst>
              <a:ext uri="{FF2B5EF4-FFF2-40B4-BE49-F238E27FC236}">
                <a16:creationId xmlns:a16="http://schemas.microsoft.com/office/drawing/2014/main" id="{E3915FAC-AA9F-A4A0-00AF-2E1CE8EFDAA5}"/>
              </a:ext>
            </a:extLst>
          </p:cNvPr>
          <p:cNvCxnSpPr>
            <a:cxnSpLocks/>
            <a:stCxn id="18" idx="1"/>
            <a:endCxn id="25" idx="6"/>
          </p:cNvCxnSpPr>
          <p:nvPr/>
        </p:nvCxnSpPr>
        <p:spPr>
          <a:xfrm rot="10800000" flipV="1">
            <a:off x="4160981" y="4286827"/>
            <a:ext cx="495300" cy="266700"/>
          </a:xfrm>
          <a:prstGeom prst="curvedConnector3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urved Connector 29">
            <a:extLst>
              <a:ext uri="{FF2B5EF4-FFF2-40B4-BE49-F238E27FC236}">
                <a16:creationId xmlns:a16="http://schemas.microsoft.com/office/drawing/2014/main" id="{8F7AE34B-D0AD-0B2E-9874-6C9E7D6844AF}"/>
              </a:ext>
            </a:extLst>
          </p:cNvPr>
          <p:cNvCxnSpPr>
            <a:cxnSpLocks/>
            <a:stCxn id="19" idx="3"/>
            <a:endCxn id="27" idx="2"/>
          </p:cNvCxnSpPr>
          <p:nvPr/>
        </p:nvCxnSpPr>
        <p:spPr>
          <a:xfrm flipV="1">
            <a:off x="6713681" y="4477327"/>
            <a:ext cx="800099" cy="952500"/>
          </a:xfrm>
          <a:prstGeom prst="curvedConnector3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urved Connector 31">
            <a:extLst>
              <a:ext uri="{FF2B5EF4-FFF2-40B4-BE49-F238E27FC236}">
                <a16:creationId xmlns:a16="http://schemas.microsoft.com/office/drawing/2014/main" id="{F6E48D4F-C5A5-7278-AF0F-5FF5D0B08C15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6713681" y="5429827"/>
            <a:ext cx="803728" cy="247650"/>
          </a:xfrm>
          <a:prstGeom prst="curvedConnector3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23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20D42F-79EA-CFB9-9D4A-125BBB0B4A9B}"/>
              </a:ext>
            </a:extLst>
          </p:cNvPr>
          <p:cNvSpPr txBox="1">
            <a:spLocks/>
          </p:cNvSpPr>
          <p:nvPr/>
        </p:nvSpPr>
        <p:spPr>
          <a:xfrm>
            <a:off x="919119" y="1173018"/>
            <a:ext cx="10353762" cy="4479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00" b="1" cap="all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Names </a:t>
            </a:r>
          </a:p>
          <a:p>
            <a:r>
              <a:rPr lang="en-US" sz="2500" b="1" dirty="0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Yousef Moamen Nasr</a:t>
            </a:r>
          </a:p>
          <a:p>
            <a:pPr lvl="1"/>
            <a:r>
              <a:rPr lang="en-US" sz="2500" b="1" dirty="0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20201080834</a:t>
            </a:r>
          </a:p>
          <a:p>
            <a:r>
              <a:rPr lang="en-US" sz="2500" b="1" dirty="0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Khaled Waleed Ibrahim</a:t>
            </a:r>
          </a:p>
          <a:p>
            <a:pPr lvl="1"/>
            <a:r>
              <a:rPr lang="en-US" sz="2500" b="1" dirty="0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20201495194</a:t>
            </a:r>
          </a:p>
          <a:p>
            <a:r>
              <a:rPr lang="en-US" sz="2500" b="1" dirty="0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Abd-</a:t>
            </a:r>
            <a:r>
              <a:rPr lang="en-US" sz="2500" b="1" dirty="0" err="1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Elrhman</a:t>
            </a:r>
            <a:r>
              <a:rPr lang="en-US" sz="2500" b="1" dirty="0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 Mohamed Abd-</a:t>
            </a:r>
            <a:r>
              <a:rPr lang="en-US" sz="2500" b="1" dirty="0" err="1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Elhady</a:t>
            </a:r>
            <a:endParaRPr lang="en-US" sz="2500" b="1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Rockwell" panose="02060603020205020403"/>
            </a:endParaRPr>
          </a:p>
          <a:p>
            <a:pPr lvl="1"/>
            <a:r>
              <a:rPr lang="en-US" sz="2500" b="1" dirty="0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2022513643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56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128</TotalTime>
  <Words>447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Rockwell</vt:lpstr>
      <vt:lpstr>Damask</vt:lpstr>
      <vt:lpstr>Computer and its supply website</vt:lpstr>
      <vt:lpstr>Idea of the project :</vt:lpstr>
      <vt:lpstr>System request</vt:lpstr>
      <vt:lpstr>PowerPoint Presentation</vt:lpstr>
      <vt:lpstr>PowerPoint Presentation</vt:lpstr>
      <vt:lpstr>Feasibility study</vt:lpstr>
      <vt:lpstr>PowerPoint Presentation</vt:lpstr>
      <vt:lpstr>Methodology </vt:lpstr>
      <vt:lpstr>Time estimation </vt:lpstr>
      <vt:lpstr>Task identification</vt:lpstr>
      <vt:lpstr>Pert chart</vt:lpstr>
      <vt:lpstr>GANTT CHART</vt:lpstr>
      <vt:lpstr>Scope management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and its supply website</dc:title>
  <dc:creator>es-AbdelrahmanMohammad2025</dc:creator>
  <cp:lastModifiedBy>es-AbdelrahmanMohammad2025</cp:lastModifiedBy>
  <cp:revision>5</cp:revision>
  <dcterms:created xsi:type="dcterms:W3CDTF">2022-11-10T00:52:27Z</dcterms:created>
  <dcterms:modified xsi:type="dcterms:W3CDTF">2022-11-10T03:02:13Z</dcterms:modified>
</cp:coreProperties>
</file>